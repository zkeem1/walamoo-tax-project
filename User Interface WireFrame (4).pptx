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8" r:id="rId4"/>
    <p:sldId id="271" r:id="rId5"/>
    <p:sldId id="272" r:id="rId6"/>
    <p:sldId id="259" r:id="rId7"/>
    <p:sldId id="273" r:id="rId8"/>
    <p:sldId id="261" r:id="rId9"/>
    <p:sldId id="264" r:id="rId10"/>
    <p:sldId id="266" r:id="rId11"/>
    <p:sldId id="268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2BA2C-0B14-4E47-92AF-6CBB789FE9E7}" v="86" dt="2024-03-21T00:26:33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95" d="100"/>
          <a:sy n="95" d="100"/>
        </p:scale>
        <p:origin x="29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1FC86-936C-C592-25D7-79C0EC2D1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1EC07-690F-8012-4B81-5D3223E0F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5F410-AD85-8618-7B16-C64FC424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DF1F8-4C45-5B5A-9604-4FBF38F0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3C3D7-6CC8-5760-AE0A-70E003DB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AC38-5EE8-020B-E3FB-139BCDF9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EBEAA-8CE2-3FF2-CFFA-F626BB412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433E-C6A5-B67F-942C-8BD54005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D6C4C-D631-F705-652D-818F25A8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FF112-BB8B-BB65-51B3-9B410E2F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3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287C-0847-6A1C-FDC0-AFBA54507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EA17C-DEC0-1D64-674F-ACBAAE195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AB6D2-3772-0B33-E3FF-D7ADFFE2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A558A-F65B-821D-2D3A-CA6FC5BA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AD091-C417-7EBE-6FD4-EF0CA34B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8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8B15-DC3E-CB77-0A75-09EF326D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37BEA-4BC8-F47C-52A7-6B5820565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BB672-855E-0E5B-5083-40D01F8B2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4A093-4E09-99A8-1A69-EAB843624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71A66-6580-E818-7108-8D122F2A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F6EFA-68CF-08A8-2FB4-46054E33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6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819D-0301-84B1-A7E1-64B9F37D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B6314-0A70-9C1C-CB4B-16C6E47DC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67625-BDAB-75A9-FF29-4C4506B54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272A1-0EBF-BCE5-AC1B-5C9689D1B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D7436-CD89-AB18-1B08-B3769D772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A9C5B7-F690-4C07-E4ED-DB44B635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C2A87-B5B2-8EFB-4487-4CD579A2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36DE2-BEB8-2ECA-62DB-3C9EFD95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6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5963-49B8-1EF5-8E83-6B884E76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7D3E8-FF6B-2637-B24A-DB0C6246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E1E4A-6CB1-5EBE-7780-FC3CB494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5F13D-D46A-ADC9-F181-878D0DCF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3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6E509-97D3-4F8B-5D57-36692B85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C097CF-C63A-C3A5-44AB-A2A895B6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5ECAA-E454-8D51-1FE8-40077161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0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3A04-C0C1-FE0F-FB09-C30ACCC8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72AB6-ACCC-B27B-F709-9FECCDB16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9974C-2113-73F1-540B-215D2022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DB7E9-E511-ADAF-2B84-9708C86E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3AE4C-04F9-D310-6C55-5D514A6A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AD2CF-DA2D-48BD-2954-71B95CAE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9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A3A2-B188-B3AC-EC19-3DDDEDEE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1D313-2CD8-C39B-6B28-639A9798F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FEEBB-74A4-EEEC-AD7F-799F3D038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28C1A-31DD-0165-8CA4-EC8BC763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20EEE-52F4-122C-A271-4060E523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35743-7479-F81D-8239-6325D4B5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1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EFD8-6453-E7D6-B022-159E9290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753DD-2F68-3ACE-148B-52C20A7B3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1383C-2820-5D47-3D37-EBE64DCC4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0D737-4103-D43F-0321-CDE843C1E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890DA-AE12-A526-7031-3C82BE02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517B9-4176-6B40-D8A7-531CD90C7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14DB-6F00-840F-9593-12B8FC6A9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473C8-E0BE-6673-ABA6-F69231C7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2EB89-74C9-4644-EA7B-47CD9E86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A3163-703D-AB19-35A1-EE9DE2AD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3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BD946E-B096-3F10-30FD-B5311F729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B406A-68FB-463B-DBAC-2DB87EC85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A2601-0E9E-F7FC-DA2A-988BB7750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B3A2D-BF69-4EF9-93F3-76102E62A6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51177-8837-CE70-0973-A0F381CC6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DD97B-E665-46D5-78CA-FF3D36C96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E2691-1F78-49BB-BCAF-7647D5993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4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hyperlink" Target="https://www.vecteezy.com/vector-art/567639-talking-bubble-chat-icon" TargetMode="Externa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A69B9E3A-AB48-C0A6-0B61-0621AB26B2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" b="1570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30EAB-7CC3-F9CB-D2FB-31ADB0F6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475" y="2247900"/>
            <a:ext cx="7581900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Walamoo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Tax Information System User Interface </a:t>
            </a:r>
            <a:b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820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1B4C9B-43ED-3390-5434-8C72251A766D}"/>
              </a:ext>
            </a:extLst>
          </p:cNvPr>
          <p:cNvSpPr txBox="1"/>
          <p:nvPr/>
        </p:nvSpPr>
        <p:spPr>
          <a:xfrm>
            <a:off x="5194724" y="3097981"/>
            <a:ext cx="231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24658-4E53-6DAF-37C8-364C1845D472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08F990-1DD1-742C-7BB5-8D9885FB948A}"/>
              </a:ext>
            </a:extLst>
          </p:cNvPr>
          <p:cNvSpPr/>
          <p:nvPr/>
        </p:nvSpPr>
        <p:spPr>
          <a:xfrm>
            <a:off x="840658" y="3279805"/>
            <a:ext cx="4704736" cy="5319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Username</a:t>
            </a:r>
            <a:r>
              <a:rPr lang="en-US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7826F7-A91C-ED03-ED68-9B0EE862E71E}"/>
              </a:ext>
            </a:extLst>
          </p:cNvPr>
          <p:cNvSpPr/>
          <p:nvPr/>
        </p:nvSpPr>
        <p:spPr>
          <a:xfrm>
            <a:off x="840658" y="4584207"/>
            <a:ext cx="4704736" cy="5319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Password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6606CF-784F-8A1E-8BA5-8148FD973F60}"/>
              </a:ext>
            </a:extLst>
          </p:cNvPr>
          <p:cNvSpPr txBox="1"/>
          <p:nvPr/>
        </p:nvSpPr>
        <p:spPr>
          <a:xfrm>
            <a:off x="3967245" y="5250709"/>
            <a:ext cx="1947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Forgot password?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327C9F-7745-D244-136B-0D5BE7166CDA}"/>
              </a:ext>
            </a:extLst>
          </p:cNvPr>
          <p:cNvSpPr/>
          <p:nvPr/>
        </p:nvSpPr>
        <p:spPr>
          <a:xfrm>
            <a:off x="2273707" y="6128966"/>
            <a:ext cx="1548581" cy="47194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LOGIN</a:t>
            </a:r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E40C2-A4E0-D9FA-54EA-BEC13F5B72A5}"/>
              </a:ext>
            </a:extLst>
          </p:cNvPr>
          <p:cNvSpPr txBox="1"/>
          <p:nvPr/>
        </p:nvSpPr>
        <p:spPr>
          <a:xfrm>
            <a:off x="713578" y="5249946"/>
            <a:ext cx="194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Settings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77891-038F-AB08-BAFB-E63085CF2902}"/>
              </a:ext>
            </a:extLst>
          </p:cNvPr>
          <p:cNvSpPr txBox="1"/>
          <p:nvPr/>
        </p:nvSpPr>
        <p:spPr>
          <a:xfrm>
            <a:off x="2660714" y="5279753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Help?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96DB8-020C-A1AB-EE45-E9F4A554723B}"/>
              </a:ext>
            </a:extLst>
          </p:cNvPr>
          <p:cNvSpPr txBox="1"/>
          <p:nvPr/>
        </p:nvSpPr>
        <p:spPr>
          <a:xfrm>
            <a:off x="2061190" y="1889286"/>
            <a:ext cx="197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Welcome</a:t>
            </a:r>
          </a:p>
        </p:txBody>
      </p:sp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9ABDAE4C-DA3B-37DC-36BE-205B5EE0F5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394" y="3377579"/>
            <a:ext cx="299354" cy="299354"/>
          </a:xfrm>
          <a:prstGeom prst="rect">
            <a:avLst/>
          </a:prstGeom>
        </p:spPr>
      </p:pic>
      <p:pic>
        <p:nvPicPr>
          <p:cNvPr id="17" name="Graphic 16" descr="Lock with solid fill">
            <a:extLst>
              <a:ext uri="{FF2B5EF4-FFF2-40B4-BE49-F238E27FC236}">
                <a16:creationId xmlns:a16="http://schemas.microsoft.com/office/drawing/2014/main" id="{7E2859F3-403D-C03A-DD04-7642D6CCD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38404" y="4665490"/>
            <a:ext cx="334343" cy="334343"/>
          </a:xfrm>
          <a:prstGeom prst="rect">
            <a:avLst/>
          </a:prstGeom>
        </p:spPr>
      </p:pic>
      <p:pic>
        <p:nvPicPr>
          <p:cNvPr id="19" name="Picture 18" descr="A group of people standing next to a large cellphone&#10;&#10;Description automatically generated">
            <a:extLst>
              <a:ext uri="{FF2B5EF4-FFF2-40B4-BE49-F238E27FC236}">
                <a16:creationId xmlns:a16="http://schemas.microsoft.com/office/drawing/2014/main" id="{D0FA376A-3D70-09F2-2FB9-810D24DDF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539" y="1115298"/>
            <a:ext cx="5073661" cy="53928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67F337-1D2C-B451-B293-59F4E308CBE5}"/>
              </a:ext>
            </a:extLst>
          </p:cNvPr>
          <p:cNvSpPr txBox="1"/>
          <p:nvPr/>
        </p:nvSpPr>
        <p:spPr>
          <a:xfrm>
            <a:off x="4863004" y="6194944"/>
            <a:ext cx="1519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382729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10424" y="221852"/>
            <a:ext cx="7624546" cy="6414297"/>
            <a:chOff x="0" y="0"/>
            <a:chExt cx="3012166" cy="2534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2167" cy="2534043"/>
            </a:xfrm>
            <a:custGeom>
              <a:avLst/>
              <a:gdLst/>
              <a:ahLst/>
              <a:cxnLst/>
              <a:rect l="l" t="t" r="r" b="b"/>
              <a:pathLst>
                <a:path w="3012167" h="2534043">
                  <a:moveTo>
                    <a:pt x="34523" y="0"/>
                  </a:moveTo>
                  <a:lnTo>
                    <a:pt x="2977643" y="0"/>
                  </a:lnTo>
                  <a:cubicBezTo>
                    <a:pt x="2996710" y="0"/>
                    <a:pt x="3012167" y="15457"/>
                    <a:pt x="3012167" y="34523"/>
                  </a:cubicBezTo>
                  <a:lnTo>
                    <a:pt x="3012167" y="2499520"/>
                  </a:lnTo>
                  <a:cubicBezTo>
                    <a:pt x="3012167" y="2518587"/>
                    <a:pt x="2996710" y="2534043"/>
                    <a:pt x="2977643" y="2534043"/>
                  </a:cubicBezTo>
                  <a:lnTo>
                    <a:pt x="34523" y="2534043"/>
                  </a:lnTo>
                  <a:cubicBezTo>
                    <a:pt x="15457" y="2534043"/>
                    <a:pt x="0" y="2518587"/>
                    <a:pt x="0" y="2499520"/>
                  </a:cubicBezTo>
                  <a:lnTo>
                    <a:pt x="0" y="34523"/>
                  </a:lnTo>
                  <a:cubicBezTo>
                    <a:pt x="0" y="15457"/>
                    <a:pt x="15457" y="0"/>
                    <a:pt x="34523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12166" cy="257214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17805" y="1348107"/>
            <a:ext cx="7009785" cy="472407"/>
            <a:chOff x="0" y="0"/>
            <a:chExt cx="14019570" cy="944814"/>
          </a:xfrm>
        </p:grpSpPr>
        <p:sp>
          <p:nvSpPr>
            <p:cNvPr id="6" name="Freeform 6"/>
            <p:cNvSpPr/>
            <p:nvPr/>
          </p:nvSpPr>
          <p:spPr>
            <a:xfrm>
              <a:off x="19050" y="19050"/>
              <a:ext cx="13981557" cy="906780"/>
            </a:xfrm>
            <a:custGeom>
              <a:avLst/>
              <a:gdLst/>
              <a:ahLst/>
              <a:cxnLst/>
              <a:rect l="l" t="t" r="r" b="b"/>
              <a:pathLst>
                <a:path w="13981557" h="906780">
                  <a:moveTo>
                    <a:pt x="0" y="151130"/>
                  </a:moveTo>
                  <a:cubicBezTo>
                    <a:pt x="0" y="67691"/>
                    <a:pt x="70358" y="0"/>
                    <a:pt x="157099" y="0"/>
                  </a:cubicBezTo>
                  <a:lnTo>
                    <a:pt x="13824458" y="0"/>
                  </a:lnTo>
                  <a:cubicBezTo>
                    <a:pt x="13911199" y="0"/>
                    <a:pt x="13981557" y="67691"/>
                    <a:pt x="13981557" y="151130"/>
                  </a:cubicBezTo>
                  <a:lnTo>
                    <a:pt x="13981557" y="755650"/>
                  </a:lnTo>
                  <a:cubicBezTo>
                    <a:pt x="13981557" y="839089"/>
                    <a:pt x="13911199" y="906780"/>
                    <a:pt x="13824458" y="906780"/>
                  </a:cubicBezTo>
                  <a:lnTo>
                    <a:pt x="157099" y="906780"/>
                  </a:lnTo>
                  <a:cubicBezTo>
                    <a:pt x="70358" y="906653"/>
                    <a:pt x="0" y="839089"/>
                    <a:pt x="0" y="7556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4019657" cy="944880"/>
            </a:xfrm>
            <a:custGeom>
              <a:avLst/>
              <a:gdLst/>
              <a:ahLst/>
              <a:cxnLst/>
              <a:rect l="l" t="t" r="r" b="b"/>
              <a:pathLst>
                <a:path w="14019657" h="944880">
                  <a:moveTo>
                    <a:pt x="0" y="170180"/>
                  </a:moveTo>
                  <a:cubicBezTo>
                    <a:pt x="0" y="75565"/>
                    <a:pt x="79502" y="0"/>
                    <a:pt x="176149" y="0"/>
                  </a:cubicBezTo>
                  <a:lnTo>
                    <a:pt x="13843508" y="0"/>
                  </a:lnTo>
                  <a:lnTo>
                    <a:pt x="13843508" y="19050"/>
                  </a:lnTo>
                  <a:lnTo>
                    <a:pt x="13843508" y="0"/>
                  </a:lnTo>
                  <a:cubicBezTo>
                    <a:pt x="13940028" y="0"/>
                    <a:pt x="14019657" y="75565"/>
                    <a:pt x="14019657" y="170180"/>
                  </a:cubicBezTo>
                  <a:lnTo>
                    <a:pt x="14000607" y="170180"/>
                  </a:lnTo>
                  <a:lnTo>
                    <a:pt x="14019657" y="170180"/>
                  </a:lnTo>
                  <a:lnTo>
                    <a:pt x="14019657" y="774700"/>
                  </a:lnTo>
                  <a:lnTo>
                    <a:pt x="14000607" y="774700"/>
                  </a:lnTo>
                  <a:lnTo>
                    <a:pt x="14019657" y="774700"/>
                  </a:lnTo>
                  <a:cubicBezTo>
                    <a:pt x="14019657" y="869315"/>
                    <a:pt x="13940155" y="944880"/>
                    <a:pt x="13843508" y="944880"/>
                  </a:cubicBezTo>
                  <a:lnTo>
                    <a:pt x="13843508" y="925830"/>
                  </a:lnTo>
                  <a:lnTo>
                    <a:pt x="13843508" y="944880"/>
                  </a:lnTo>
                  <a:lnTo>
                    <a:pt x="176149" y="944880"/>
                  </a:lnTo>
                  <a:lnTo>
                    <a:pt x="176149" y="925830"/>
                  </a:lnTo>
                  <a:lnTo>
                    <a:pt x="176149" y="944880"/>
                  </a:lnTo>
                  <a:cubicBezTo>
                    <a:pt x="79502" y="944753"/>
                    <a:pt x="0" y="869315"/>
                    <a:pt x="0" y="774700"/>
                  </a:cubicBezTo>
                  <a:lnTo>
                    <a:pt x="0" y="170180"/>
                  </a:lnTo>
                  <a:lnTo>
                    <a:pt x="19050" y="170180"/>
                  </a:lnTo>
                  <a:lnTo>
                    <a:pt x="0" y="170180"/>
                  </a:lnTo>
                  <a:moveTo>
                    <a:pt x="38100" y="170180"/>
                  </a:moveTo>
                  <a:lnTo>
                    <a:pt x="38100" y="774700"/>
                  </a:lnTo>
                  <a:lnTo>
                    <a:pt x="19050" y="774700"/>
                  </a:lnTo>
                  <a:lnTo>
                    <a:pt x="38100" y="774700"/>
                  </a:lnTo>
                  <a:cubicBezTo>
                    <a:pt x="38100" y="846963"/>
                    <a:pt x="99187" y="906780"/>
                    <a:pt x="176149" y="906780"/>
                  </a:cubicBezTo>
                  <a:lnTo>
                    <a:pt x="13843508" y="906780"/>
                  </a:lnTo>
                  <a:cubicBezTo>
                    <a:pt x="13920471" y="906780"/>
                    <a:pt x="13981557" y="846963"/>
                    <a:pt x="13981557" y="774700"/>
                  </a:cubicBezTo>
                  <a:lnTo>
                    <a:pt x="13981557" y="170180"/>
                  </a:lnTo>
                  <a:cubicBezTo>
                    <a:pt x="13981557" y="97917"/>
                    <a:pt x="13920471" y="38100"/>
                    <a:pt x="13843508" y="38100"/>
                  </a:cubicBezTo>
                  <a:lnTo>
                    <a:pt x="176149" y="38100"/>
                  </a:lnTo>
                  <a:lnTo>
                    <a:pt x="176149" y="19050"/>
                  </a:lnTo>
                  <a:lnTo>
                    <a:pt x="176149" y="38100"/>
                  </a:lnTo>
                  <a:cubicBezTo>
                    <a:pt x="99187" y="38100"/>
                    <a:pt x="38100" y="97917"/>
                    <a:pt x="38100" y="17018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019570" cy="9638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D0D0D"/>
                  </a:solidFill>
                  <a:latin typeface="Arimo"/>
                </a:rPr>
                <a:t>Black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33790" y="1944316"/>
            <a:ext cx="1789777" cy="54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 Bold"/>
              </a:rPr>
              <a:t>Font Size:</a:t>
            </a:r>
          </a:p>
          <a:p>
            <a:pPr>
              <a:lnSpc>
                <a:spcPts val="2160"/>
              </a:lnSpc>
            </a:pPr>
            <a:endParaRPr lang="en-US">
              <a:solidFill>
                <a:srgbClr val="000000"/>
              </a:solidFill>
              <a:latin typeface="Arimo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2817805" y="2313867"/>
            <a:ext cx="7009785" cy="472407"/>
            <a:chOff x="0" y="0"/>
            <a:chExt cx="14019570" cy="944814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13981557" cy="906780"/>
            </a:xfrm>
            <a:custGeom>
              <a:avLst/>
              <a:gdLst/>
              <a:ahLst/>
              <a:cxnLst/>
              <a:rect l="l" t="t" r="r" b="b"/>
              <a:pathLst>
                <a:path w="13981557" h="906780">
                  <a:moveTo>
                    <a:pt x="0" y="151130"/>
                  </a:moveTo>
                  <a:cubicBezTo>
                    <a:pt x="0" y="67691"/>
                    <a:pt x="70358" y="0"/>
                    <a:pt x="157099" y="0"/>
                  </a:cubicBezTo>
                  <a:lnTo>
                    <a:pt x="13824458" y="0"/>
                  </a:lnTo>
                  <a:cubicBezTo>
                    <a:pt x="13911199" y="0"/>
                    <a:pt x="13981557" y="67691"/>
                    <a:pt x="13981557" y="151130"/>
                  </a:cubicBezTo>
                  <a:lnTo>
                    <a:pt x="13981557" y="755650"/>
                  </a:lnTo>
                  <a:cubicBezTo>
                    <a:pt x="13981557" y="839089"/>
                    <a:pt x="13911199" y="906780"/>
                    <a:pt x="13824458" y="906780"/>
                  </a:cubicBezTo>
                  <a:lnTo>
                    <a:pt x="157099" y="906780"/>
                  </a:lnTo>
                  <a:cubicBezTo>
                    <a:pt x="70358" y="906653"/>
                    <a:pt x="0" y="839089"/>
                    <a:pt x="0" y="7556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4019657" cy="944880"/>
            </a:xfrm>
            <a:custGeom>
              <a:avLst/>
              <a:gdLst/>
              <a:ahLst/>
              <a:cxnLst/>
              <a:rect l="l" t="t" r="r" b="b"/>
              <a:pathLst>
                <a:path w="14019657" h="944880">
                  <a:moveTo>
                    <a:pt x="0" y="170180"/>
                  </a:moveTo>
                  <a:cubicBezTo>
                    <a:pt x="0" y="75565"/>
                    <a:pt x="79502" y="0"/>
                    <a:pt x="176149" y="0"/>
                  </a:cubicBezTo>
                  <a:lnTo>
                    <a:pt x="13843508" y="0"/>
                  </a:lnTo>
                  <a:lnTo>
                    <a:pt x="13843508" y="19050"/>
                  </a:lnTo>
                  <a:lnTo>
                    <a:pt x="13843508" y="0"/>
                  </a:lnTo>
                  <a:cubicBezTo>
                    <a:pt x="13940028" y="0"/>
                    <a:pt x="14019657" y="75565"/>
                    <a:pt x="14019657" y="170180"/>
                  </a:cubicBezTo>
                  <a:lnTo>
                    <a:pt x="14000607" y="170180"/>
                  </a:lnTo>
                  <a:lnTo>
                    <a:pt x="14019657" y="170180"/>
                  </a:lnTo>
                  <a:lnTo>
                    <a:pt x="14019657" y="774700"/>
                  </a:lnTo>
                  <a:lnTo>
                    <a:pt x="14000607" y="774700"/>
                  </a:lnTo>
                  <a:lnTo>
                    <a:pt x="14019657" y="774700"/>
                  </a:lnTo>
                  <a:cubicBezTo>
                    <a:pt x="14019657" y="869315"/>
                    <a:pt x="13940155" y="944880"/>
                    <a:pt x="13843508" y="944880"/>
                  </a:cubicBezTo>
                  <a:lnTo>
                    <a:pt x="13843508" y="925830"/>
                  </a:lnTo>
                  <a:lnTo>
                    <a:pt x="13843508" y="944880"/>
                  </a:lnTo>
                  <a:lnTo>
                    <a:pt x="176149" y="944880"/>
                  </a:lnTo>
                  <a:lnTo>
                    <a:pt x="176149" y="925830"/>
                  </a:lnTo>
                  <a:lnTo>
                    <a:pt x="176149" y="944880"/>
                  </a:lnTo>
                  <a:cubicBezTo>
                    <a:pt x="79502" y="944753"/>
                    <a:pt x="0" y="869315"/>
                    <a:pt x="0" y="774700"/>
                  </a:cubicBezTo>
                  <a:lnTo>
                    <a:pt x="0" y="170180"/>
                  </a:lnTo>
                  <a:lnTo>
                    <a:pt x="19050" y="170180"/>
                  </a:lnTo>
                  <a:lnTo>
                    <a:pt x="0" y="170180"/>
                  </a:lnTo>
                  <a:moveTo>
                    <a:pt x="38100" y="170180"/>
                  </a:moveTo>
                  <a:lnTo>
                    <a:pt x="38100" y="774700"/>
                  </a:lnTo>
                  <a:lnTo>
                    <a:pt x="19050" y="774700"/>
                  </a:lnTo>
                  <a:lnTo>
                    <a:pt x="38100" y="774700"/>
                  </a:lnTo>
                  <a:cubicBezTo>
                    <a:pt x="38100" y="846963"/>
                    <a:pt x="99187" y="906780"/>
                    <a:pt x="176149" y="906780"/>
                  </a:cubicBezTo>
                  <a:lnTo>
                    <a:pt x="13843508" y="906780"/>
                  </a:lnTo>
                  <a:cubicBezTo>
                    <a:pt x="13920471" y="906780"/>
                    <a:pt x="13981557" y="846963"/>
                    <a:pt x="13981557" y="774700"/>
                  </a:cubicBezTo>
                  <a:lnTo>
                    <a:pt x="13981557" y="170180"/>
                  </a:lnTo>
                  <a:cubicBezTo>
                    <a:pt x="13981557" y="97917"/>
                    <a:pt x="13920471" y="38100"/>
                    <a:pt x="13843508" y="38100"/>
                  </a:cubicBezTo>
                  <a:lnTo>
                    <a:pt x="176149" y="38100"/>
                  </a:lnTo>
                  <a:lnTo>
                    <a:pt x="176149" y="19050"/>
                  </a:lnTo>
                  <a:lnTo>
                    <a:pt x="176149" y="38100"/>
                  </a:lnTo>
                  <a:cubicBezTo>
                    <a:pt x="99187" y="38100"/>
                    <a:pt x="38100" y="97917"/>
                    <a:pt x="38100" y="17018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019570" cy="9638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17805" y="3192797"/>
            <a:ext cx="7009785" cy="472407"/>
            <a:chOff x="0" y="0"/>
            <a:chExt cx="14019570" cy="944814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13981557" cy="906780"/>
            </a:xfrm>
            <a:custGeom>
              <a:avLst/>
              <a:gdLst/>
              <a:ahLst/>
              <a:cxnLst/>
              <a:rect l="l" t="t" r="r" b="b"/>
              <a:pathLst>
                <a:path w="13981557" h="906780">
                  <a:moveTo>
                    <a:pt x="0" y="151130"/>
                  </a:moveTo>
                  <a:cubicBezTo>
                    <a:pt x="0" y="67691"/>
                    <a:pt x="70358" y="0"/>
                    <a:pt x="157099" y="0"/>
                  </a:cubicBezTo>
                  <a:lnTo>
                    <a:pt x="13824458" y="0"/>
                  </a:lnTo>
                  <a:cubicBezTo>
                    <a:pt x="13911199" y="0"/>
                    <a:pt x="13981557" y="67691"/>
                    <a:pt x="13981557" y="151130"/>
                  </a:cubicBezTo>
                  <a:lnTo>
                    <a:pt x="13981557" y="755650"/>
                  </a:lnTo>
                  <a:cubicBezTo>
                    <a:pt x="13981557" y="839089"/>
                    <a:pt x="13911199" y="906780"/>
                    <a:pt x="13824458" y="906780"/>
                  </a:cubicBezTo>
                  <a:lnTo>
                    <a:pt x="157099" y="906780"/>
                  </a:lnTo>
                  <a:cubicBezTo>
                    <a:pt x="70358" y="906653"/>
                    <a:pt x="0" y="839089"/>
                    <a:pt x="0" y="7556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4019657" cy="944880"/>
            </a:xfrm>
            <a:custGeom>
              <a:avLst/>
              <a:gdLst/>
              <a:ahLst/>
              <a:cxnLst/>
              <a:rect l="l" t="t" r="r" b="b"/>
              <a:pathLst>
                <a:path w="14019657" h="944880">
                  <a:moveTo>
                    <a:pt x="0" y="170180"/>
                  </a:moveTo>
                  <a:cubicBezTo>
                    <a:pt x="0" y="75565"/>
                    <a:pt x="79502" y="0"/>
                    <a:pt x="176149" y="0"/>
                  </a:cubicBezTo>
                  <a:lnTo>
                    <a:pt x="13843508" y="0"/>
                  </a:lnTo>
                  <a:lnTo>
                    <a:pt x="13843508" y="19050"/>
                  </a:lnTo>
                  <a:lnTo>
                    <a:pt x="13843508" y="0"/>
                  </a:lnTo>
                  <a:cubicBezTo>
                    <a:pt x="13940028" y="0"/>
                    <a:pt x="14019657" y="75565"/>
                    <a:pt x="14019657" y="170180"/>
                  </a:cubicBezTo>
                  <a:lnTo>
                    <a:pt x="14000607" y="170180"/>
                  </a:lnTo>
                  <a:lnTo>
                    <a:pt x="14019657" y="170180"/>
                  </a:lnTo>
                  <a:lnTo>
                    <a:pt x="14019657" y="774700"/>
                  </a:lnTo>
                  <a:lnTo>
                    <a:pt x="14000607" y="774700"/>
                  </a:lnTo>
                  <a:lnTo>
                    <a:pt x="14019657" y="774700"/>
                  </a:lnTo>
                  <a:cubicBezTo>
                    <a:pt x="14019657" y="869315"/>
                    <a:pt x="13940155" y="944880"/>
                    <a:pt x="13843508" y="944880"/>
                  </a:cubicBezTo>
                  <a:lnTo>
                    <a:pt x="13843508" y="925830"/>
                  </a:lnTo>
                  <a:lnTo>
                    <a:pt x="13843508" y="944880"/>
                  </a:lnTo>
                  <a:lnTo>
                    <a:pt x="176149" y="944880"/>
                  </a:lnTo>
                  <a:lnTo>
                    <a:pt x="176149" y="925830"/>
                  </a:lnTo>
                  <a:lnTo>
                    <a:pt x="176149" y="944880"/>
                  </a:lnTo>
                  <a:cubicBezTo>
                    <a:pt x="79502" y="944753"/>
                    <a:pt x="0" y="869315"/>
                    <a:pt x="0" y="774700"/>
                  </a:cubicBezTo>
                  <a:lnTo>
                    <a:pt x="0" y="170180"/>
                  </a:lnTo>
                  <a:lnTo>
                    <a:pt x="19050" y="170180"/>
                  </a:lnTo>
                  <a:lnTo>
                    <a:pt x="0" y="170180"/>
                  </a:lnTo>
                  <a:moveTo>
                    <a:pt x="38100" y="170180"/>
                  </a:moveTo>
                  <a:lnTo>
                    <a:pt x="38100" y="774700"/>
                  </a:lnTo>
                  <a:lnTo>
                    <a:pt x="19050" y="774700"/>
                  </a:lnTo>
                  <a:lnTo>
                    <a:pt x="38100" y="774700"/>
                  </a:lnTo>
                  <a:cubicBezTo>
                    <a:pt x="38100" y="846963"/>
                    <a:pt x="99187" y="906780"/>
                    <a:pt x="176149" y="906780"/>
                  </a:cubicBezTo>
                  <a:lnTo>
                    <a:pt x="13843508" y="906780"/>
                  </a:lnTo>
                  <a:cubicBezTo>
                    <a:pt x="13920471" y="906780"/>
                    <a:pt x="13981557" y="846963"/>
                    <a:pt x="13981557" y="774700"/>
                  </a:cubicBezTo>
                  <a:lnTo>
                    <a:pt x="13981557" y="170180"/>
                  </a:lnTo>
                  <a:cubicBezTo>
                    <a:pt x="13981557" y="97917"/>
                    <a:pt x="13920471" y="38100"/>
                    <a:pt x="13843508" y="38100"/>
                  </a:cubicBezTo>
                  <a:lnTo>
                    <a:pt x="176149" y="38100"/>
                  </a:lnTo>
                  <a:lnTo>
                    <a:pt x="176149" y="19050"/>
                  </a:lnTo>
                  <a:lnTo>
                    <a:pt x="176149" y="38100"/>
                  </a:lnTo>
                  <a:cubicBezTo>
                    <a:pt x="99187" y="38100"/>
                    <a:pt x="38100" y="97917"/>
                    <a:pt x="38100" y="17018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4019570" cy="9638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Arial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17804" y="4202736"/>
            <a:ext cx="7009785" cy="388382"/>
            <a:chOff x="0" y="0"/>
            <a:chExt cx="14019570" cy="776764"/>
          </a:xfrm>
        </p:grpSpPr>
        <p:sp>
          <p:nvSpPr>
            <p:cNvPr id="19" name="Freeform 19"/>
            <p:cNvSpPr/>
            <p:nvPr/>
          </p:nvSpPr>
          <p:spPr>
            <a:xfrm>
              <a:off x="19050" y="19050"/>
              <a:ext cx="13981557" cy="738632"/>
            </a:xfrm>
            <a:custGeom>
              <a:avLst/>
              <a:gdLst/>
              <a:ahLst/>
              <a:cxnLst/>
              <a:rect l="l" t="t" r="r" b="b"/>
              <a:pathLst>
                <a:path w="13981557" h="738632">
                  <a:moveTo>
                    <a:pt x="0" y="123063"/>
                  </a:moveTo>
                  <a:cubicBezTo>
                    <a:pt x="0" y="55118"/>
                    <a:pt x="57785" y="0"/>
                    <a:pt x="129159" y="0"/>
                  </a:cubicBezTo>
                  <a:lnTo>
                    <a:pt x="13852398" y="0"/>
                  </a:lnTo>
                  <a:cubicBezTo>
                    <a:pt x="13923645" y="0"/>
                    <a:pt x="13981557" y="55118"/>
                    <a:pt x="13981557" y="123063"/>
                  </a:cubicBezTo>
                  <a:lnTo>
                    <a:pt x="13981557" y="615569"/>
                  </a:lnTo>
                  <a:cubicBezTo>
                    <a:pt x="13981557" y="683514"/>
                    <a:pt x="13923772" y="738632"/>
                    <a:pt x="13852398" y="738632"/>
                  </a:cubicBezTo>
                  <a:lnTo>
                    <a:pt x="129159" y="738632"/>
                  </a:lnTo>
                  <a:cubicBezTo>
                    <a:pt x="57912" y="738632"/>
                    <a:pt x="0" y="683514"/>
                    <a:pt x="0" y="6155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4019657" cy="776732"/>
            </a:xfrm>
            <a:custGeom>
              <a:avLst/>
              <a:gdLst/>
              <a:ahLst/>
              <a:cxnLst/>
              <a:rect l="l" t="t" r="r" b="b"/>
              <a:pathLst>
                <a:path w="14019657" h="776732">
                  <a:moveTo>
                    <a:pt x="0" y="142113"/>
                  </a:moveTo>
                  <a:cubicBezTo>
                    <a:pt x="0" y="62865"/>
                    <a:pt x="67183" y="0"/>
                    <a:pt x="148209" y="0"/>
                  </a:cubicBezTo>
                  <a:lnTo>
                    <a:pt x="13871448" y="0"/>
                  </a:lnTo>
                  <a:lnTo>
                    <a:pt x="13871448" y="19050"/>
                  </a:lnTo>
                  <a:lnTo>
                    <a:pt x="13871448" y="0"/>
                  </a:lnTo>
                  <a:cubicBezTo>
                    <a:pt x="13952474" y="0"/>
                    <a:pt x="14019657" y="62865"/>
                    <a:pt x="14019657" y="142113"/>
                  </a:cubicBezTo>
                  <a:lnTo>
                    <a:pt x="14000607" y="142113"/>
                  </a:lnTo>
                  <a:lnTo>
                    <a:pt x="14019657" y="142113"/>
                  </a:lnTo>
                  <a:lnTo>
                    <a:pt x="14019657" y="634619"/>
                  </a:lnTo>
                  <a:lnTo>
                    <a:pt x="14000607" y="634619"/>
                  </a:lnTo>
                  <a:lnTo>
                    <a:pt x="14019657" y="634619"/>
                  </a:lnTo>
                  <a:cubicBezTo>
                    <a:pt x="14019657" y="713994"/>
                    <a:pt x="13952474" y="776732"/>
                    <a:pt x="13871448" y="776732"/>
                  </a:cubicBezTo>
                  <a:lnTo>
                    <a:pt x="13871448" y="757682"/>
                  </a:lnTo>
                  <a:lnTo>
                    <a:pt x="13871448" y="776732"/>
                  </a:lnTo>
                  <a:lnTo>
                    <a:pt x="148209" y="776732"/>
                  </a:lnTo>
                  <a:lnTo>
                    <a:pt x="148209" y="757682"/>
                  </a:lnTo>
                  <a:lnTo>
                    <a:pt x="148209" y="776732"/>
                  </a:lnTo>
                  <a:cubicBezTo>
                    <a:pt x="67183" y="776732"/>
                    <a:pt x="0" y="713994"/>
                    <a:pt x="0" y="634619"/>
                  </a:cubicBezTo>
                  <a:lnTo>
                    <a:pt x="0" y="142113"/>
                  </a:lnTo>
                  <a:lnTo>
                    <a:pt x="19050" y="142113"/>
                  </a:lnTo>
                  <a:lnTo>
                    <a:pt x="0" y="142113"/>
                  </a:lnTo>
                  <a:moveTo>
                    <a:pt x="38100" y="142113"/>
                  </a:moveTo>
                  <a:lnTo>
                    <a:pt x="38100" y="634619"/>
                  </a:lnTo>
                  <a:lnTo>
                    <a:pt x="19050" y="634619"/>
                  </a:lnTo>
                  <a:lnTo>
                    <a:pt x="38100" y="634619"/>
                  </a:lnTo>
                  <a:cubicBezTo>
                    <a:pt x="38100" y="691261"/>
                    <a:pt x="86487" y="738632"/>
                    <a:pt x="148209" y="738632"/>
                  </a:cubicBezTo>
                  <a:lnTo>
                    <a:pt x="13871448" y="738632"/>
                  </a:lnTo>
                  <a:cubicBezTo>
                    <a:pt x="13933043" y="738632"/>
                    <a:pt x="13981557" y="691134"/>
                    <a:pt x="13981557" y="634619"/>
                  </a:cubicBezTo>
                  <a:lnTo>
                    <a:pt x="13981557" y="142113"/>
                  </a:lnTo>
                  <a:cubicBezTo>
                    <a:pt x="13981557" y="85471"/>
                    <a:pt x="13933170" y="38100"/>
                    <a:pt x="13871448" y="38100"/>
                  </a:cubicBezTo>
                  <a:lnTo>
                    <a:pt x="148209" y="38100"/>
                  </a:lnTo>
                  <a:lnTo>
                    <a:pt x="148209" y="19050"/>
                  </a:lnTo>
                  <a:lnTo>
                    <a:pt x="148209" y="38100"/>
                  </a:lnTo>
                  <a:cubicBezTo>
                    <a:pt x="86487" y="38100"/>
                    <a:pt x="38100" y="85598"/>
                    <a:pt x="38100" y="142113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4019570" cy="7958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Light Mode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17804" y="5060763"/>
            <a:ext cx="7009785" cy="388382"/>
            <a:chOff x="0" y="0"/>
            <a:chExt cx="14019570" cy="776764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13981557" cy="738632"/>
            </a:xfrm>
            <a:custGeom>
              <a:avLst/>
              <a:gdLst/>
              <a:ahLst/>
              <a:cxnLst/>
              <a:rect l="l" t="t" r="r" b="b"/>
              <a:pathLst>
                <a:path w="13981557" h="738632">
                  <a:moveTo>
                    <a:pt x="0" y="123063"/>
                  </a:moveTo>
                  <a:cubicBezTo>
                    <a:pt x="0" y="55118"/>
                    <a:pt x="57785" y="0"/>
                    <a:pt x="129159" y="0"/>
                  </a:cubicBezTo>
                  <a:lnTo>
                    <a:pt x="13852398" y="0"/>
                  </a:lnTo>
                  <a:cubicBezTo>
                    <a:pt x="13923645" y="0"/>
                    <a:pt x="13981557" y="55118"/>
                    <a:pt x="13981557" y="123063"/>
                  </a:cubicBezTo>
                  <a:lnTo>
                    <a:pt x="13981557" y="615569"/>
                  </a:lnTo>
                  <a:cubicBezTo>
                    <a:pt x="13981557" y="683514"/>
                    <a:pt x="13923772" y="738632"/>
                    <a:pt x="13852398" y="738632"/>
                  </a:cubicBezTo>
                  <a:lnTo>
                    <a:pt x="129159" y="738632"/>
                  </a:lnTo>
                  <a:cubicBezTo>
                    <a:pt x="57912" y="738632"/>
                    <a:pt x="0" y="683514"/>
                    <a:pt x="0" y="6155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14019657" cy="776732"/>
            </a:xfrm>
            <a:custGeom>
              <a:avLst/>
              <a:gdLst/>
              <a:ahLst/>
              <a:cxnLst/>
              <a:rect l="l" t="t" r="r" b="b"/>
              <a:pathLst>
                <a:path w="14019657" h="776732">
                  <a:moveTo>
                    <a:pt x="0" y="142113"/>
                  </a:moveTo>
                  <a:cubicBezTo>
                    <a:pt x="0" y="62865"/>
                    <a:pt x="67183" y="0"/>
                    <a:pt x="148209" y="0"/>
                  </a:cubicBezTo>
                  <a:lnTo>
                    <a:pt x="13871448" y="0"/>
                  </a:lnTo>
                  <a:lnTo>
                    <a:pt x="13871448" y="19050"/>
                  </a:lnTo>
                  <a:lnTo>
                    <a:pt x="13871448" y="0"/>
                  </a:lnTo>
                  <a:cubicBezTo>
                    <a:pt x="13952474" y="0"/>
                    <a:pt x="14019657" y="62865"/>
                    <a:pt x="14019657" y="142113"/>
                  </a:cubicBezTo>
                  <a:lnTo>
                    <a:pt x="14000607" y="142113"/>
                  </a:lnTo>
                  <a:lnTo>
                    <a:pt x="14019657" y="142113"/>
                  </a:lnTo>
                  <a:lnTo>
                    <a:pt x="14019657" y="634619"/>
                  </a:lnTo>
                  <a:lnTo>
                    <a:pt x="14000607" y="634619"/>
                  </a:lnTo>
                  <a:lnTo>
                    <a:pt x="14019657" y="634619"/>
                  </a:lnTo>
                  <a:cubicBezTo>
                    <a:pt x="14019657" y="713994"/>
                    <a:pt x="13952474" y="776732"/>
                    <a:pt x="13871448" y="776732"/>
                  </a:cubicBezTo>
                  <a:lnTo>
                    <a:pt x="13871448" y="757682"/>
                  </a:lnTo>
                  <a:lnTo>
                    <a:pt x="13871448" y="776732"/>
                  </a:lnTo>
                  <a:lnTo>
                    <a:pt x="148209" y="776732"/>
                  </a:lnTo>
                  <a:lnTo>
                    <a:pt x="148209" y="757682"/>
                  </a:lnTo>
                  <a:lnTo>
                    <a:pt x="148209" y="776732"/>
                  </a:lnTo>
                  <a:cubicBezTo>
                    <a:pt x="67183" y="776732"/>
                    <a:pt x="0" y="713994"/>
                    <a:pt x="0" y="634619"/>
                  </a:cubicBezTo>
                  <a:lnTo>
                    <a:pt x="0" y="142113"/>
                  </a:lnTo>
                  <a:lnTo>
                    <a:pt x="19050" y="142113"/>
                  </a:lnTo>
                  <a:lnTo>
                    <a:pt x="0" y="142113"/>
                  </a:lnTo>
                  <a:moveTo>
                    <a:pt x="38100" y="142113"/>
                  </a:moveTo>
                  <a:lnTo>
                    <a:pt x="38100" y="634619"/>
                  </a:lnTo>
                  <a:lnTo>
                    <a:pt x="19050" y="634619"/>
                  </a:lnTo>
                  <a:lnTo>
                    <a:pt x="38100" y="634619"/>
                  </a:lnTo>
                  <a:cubicBezTo>
                    <a:pt x="38100" y="691261"/>
                    <a:pt x="86487" y="738632"/>
                    <a:pt x="148209" y="738632"/>
                  </a:cubicBezTo>
                  <a:lnTo>
                    <a:pt x="13871448" y="738632"/>
                  </a:lnTo>
                  <a:cubicBezTo>
                    <a:pt x="13933043" y="738632"/>
                    <a:pt x="13981557" y="691134"/>
                    <a:pt x="13981557" y="634619"/>
                  </a:cubicBezTo>
                  <a:lnTo>
                    <a:pt x="13981557" y="142113"/>
                  </a:lnTo>
                  <a:cubicBezTo>
                    <a:pt x="13981557" y="85471"/>
                    <a:pt x="13933170" y="38100"/>
                    <a:pt x="13871448" y="38100"/>
                  </a:cubicBezTo>
                  <a:lnTo>
                    <a:pt x="148209" y="38100"/>
                  </a:lnTo>
                  <a:lnTo>
                    <a:pt x="148209" y="19050"/>
                  </a:lnTo>
                  <a:lnTo>
                    <a:pt x="148209" y="38100"/>
                  </a:lnTo>
                  <a:cubicBezTo>
                    <a:pt x="86487" y="38100"/>
                    <a:pt x="38100" y="85598"/>
                    <a:pt x="38100" y="142113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4019570" cy="7958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Wide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89902" y="6066967"/>
            <a:ext cx="317834" cy="305834"/>
            <a:chOff x="0" y="0"/>
            <a:chExt cx="635668" cy="611668"/>
          </a:xfrm>
        </p:grpSpPr>
        <p:sp>
          <p:nvSpPr>
            <p:cNvPr id="27" name="Freeform 27"/>
            <p:cNvSpPr/>
            <p:nvPr/>
          </p:nvSpPr>
          <p:spPr>
            <a:xfrm>
              <a:off x="19050" y="19050"/>
              <a:ext cx="597662" cy="573659"/>
            </a:xfrm>
            <a:custGeom>
              <a:avLst/>
              <a:gdLst/>
              <a:ahLst/>
              <a:cxnLst/>
              <a:rect l="l" t="t" r="r" b="b"/>
              <a:pathLst>
                <a:path w="597662" h="573659">
                  <a:moveTo>
                    <a:pt x="0" y="95631"/>
                  </a:moveTo>
                  <a:cubicBezTo>
                    <a:pt x="0" y="42799"/>
                    <a:pt x="42926" y="0"/>
                    <a:pt x="95885" y="0"/>
                  </a:cubicBezTo>
                  <a:lnTo>
                    <a:pt x="501777" y="0"/>
                  </a:lnTo>
                  <a:cubicBezTo>
                    <a:pt x="554736" y="0"/>
                    <a:pt x="597662" y="42799"/>
                    <a:pt x="597662" y="95631"/>
                  </a:cubicBezTo>
                  <a:lnTo>
                    <a:pt x="597662" y="478028"/>
                  </a:lnTo>
                  <a:cubicBezTo>
                    <a:pt x="597662" y="530860"/>
                    <a:pt x="554736" y="573659"/>
                    <a:pt x="501777" y="573659"/>
                  </a:cubicBezTo>
                  <a:lnTo>
                    <a:pt x="95885" y="573659"/>
                  </a:lnTo>
                  <a:cubicBezTo>
                    <a:pt x="42926" y="573659"/>
                    <a:pt x="0" y="530860"/>
                    <a:pt x="0" y="4780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35635" cy="611759"/>
            </a:xfrm>
            <a:custGeom>
              <a:avLst/>
              <a:gdLst/>
              <a:ahLst/>
              <a:cxnLst/>
              <a:rect l="l" t="t" r="r" b="b"/>
              <a:pathLst>
                <a:path w="635635" h="611759">
                  <a:moveTo>
                    <a:pt x="0" y="114681"/>
                  </a:moveTo>
                  <a:cubicBezTo>
                    <a:pt x="0" y="51308"/>
                    <a:pt x="51435" y="0"/>
                    <a:pt x="114935" y="0"/>
                  </a:cubicBezTo>
                  <a:lnTo>
                    <a:pt x="520827" y="0"/>
                  </a:lnTo>
                  <a:lnTo>
                    <a:pt x="520827" y="19050"/>
                  </a:lnTo>
                  <a:lnTo>
                    <a:pt x="520827" y="0"/>
                  </a:lnTo>
                  <a:cubicBezTo>
                    <a:pt x="584200" y="0"/>
                    <a:pt x="635635" y="51308"/>
                    <a:pt x="635635" y="114681"/>
                  </a:cubicBezTo>
                  <a:lnTo>
                    <a:pt x="616585" y="114681"/>
                  </a:lnTo>
                  <a:lnTo>
                    <a:pt x="635635" y="114681"/>
                  </a:lnTo>
                  <a:lnTo>
                    <a:pt x="635635" y="497078"/>
                  </a:lnTo>
                  <a:lnTo>
                    <a:pt x="616585" y="497078"/>
                  </a:lnTo>
                  <a:lnTo>
                    <a:pt x="635635" y="497078"/>
                  </a:lnTo>
                  <a:cubicBezTo>
                    <a:pt x="635635" y="560451"/>
                    <a:pt x="584200" y="611759"/>
                    <a:pt x="520700" y="611759"/>
                  </a:cubicBezTo>
                  <a:lnTo>
                    <a:pt x="520700" y="592709"/>
                  </a:lnTo>
                  <a:lnTo>
                    <a:pt x="520700" y="611759"/>
                  </a:lnTo>
                  <a:lnTo>
                    <a:pt x="114935" y="611759"/>
                  </a:lnTo>
                  <a:lnTo>
                    <a:pt x="114935" y="592709"/>
                  </a:lnTo>
                  <a:lnTo>
                    <a:pt x="114935" y="611759"/>
                  </a:lnTo>
                  <a:cubicBezTo>
                    <a:pt x="51435" y="611632"/>
                    <a:pt x="0" y="560324"/>
                    <a:pt x="0" y="497078"/>
                  </a:cubicBezTo>
                  <a:lnTo>
                    <a:pt x="0" y="114681"/>
                  </a:lnTo>
                  <a:lnTo>
                    <a:pt x="19050" y="114681"/>
                  </a:lnTo>
                  <a:lnTo>
                    <a:pt x="0" y="114681"/>
                  </a:lnTo>
                  <a:moveTo>
                    <a:pt x="38100" y="114681"/>
                  </a:moveTo>
                  <a:lnTo>
                    <a:pt x="38100" y="497078"/>
                  </a:lnTo>
                  <a:lnTo>
                    <a:pt x="19050" y="497078"/>
                  </a:lnTo>
                  <a:lnTo>
                    <a:pt x="38100" y="497078"/>
                  </a:lnTo>
                  <a:cubicBezTo>
                    <a:pt x="38100" y="539369"/>
                    <a:pt x="72390" y="573659"/>
                    <a:pt x="114935" y="573659"/>
                  </a:cubicBezTo>
                  <a:lnTo>
                    <a:pt x="520827" y="573659"/>
                  </a:lnTo>
                  <a:cubicBezTo>
                    <a:pt x="563245" y="573659"/>
                    <a:pt x="597662" y="539369"/>
                    <a:pt x="597662" y="497078"/>
                  </a:cubicBezTo>
                  <a:lnTo>
                    <a:pt x="597662" y="114681"/>
                  </a:lnTo>
                  <a:cubicBezTo>
                    <a:pt x="597535" y="72390"/>
                    <a:pt x="563245" y="38100"/>
                    <a:pt x="520827" y="38100"/>
                  </a:cubicBezTo>
                  <a:lnTo>
                    <a:pt x="114935" y="38100"/>
                  </a:lnTo>
                  <a:lnTo>
                    <a:pt x="114935" y="19050"/>
                  </a:lnTo>
                  <a:lnTo>
                    <a:pt x="114935" y="38100"/>
                  </a:lnTo>
                  <a:cubicBezTo>
                    <a:pt x="72390" y="38100"/>
                    <a:pt x="38100" y="72390"/>
                    <a:pt x="38100" y="114681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30145" y="5872776"/>
            <a:ext cx="1587919" cy="388381"/>
            <a:chOff x="0" y="0"/>
            <a:chExt cx="3175838" cy="776762"/>
          </a:xfrm>
        </p:grpSpPr>
        <p:sp>
          <p:nvSpPr>
            <p:cNvPr id="30" name="Freeform 30"/>
            <p:cNvSpPr/>
            <p:nvPr/>
          </p:nvSpPr>
          <p:spPr>
            <a:xfrm>
              <a:off x="19050" y="19050"/>
              <a:ext cx="3137662" cy="738632"/>
            </a:xfrm>
            <a:custGeom>
              <a:avLst/>
              <a:gdLst/>
              <a:ahLst/>
              <a:cxnLst/>
              <a:rect l="l" t="t" r="r" b="b"/>
              <a:pathLst>
                <a:path w="3137662" h="738632">
                  <a:moveTo>
                    <a:pt x="0" y="123063"/>
                  </a:moveTo>
                  <a:cubicBezTo>
                    <a:pt x="0" y="55118"/>
                    <a:pt x="57277" y="0"/>
                    <a:pt x="127889" y="0"/>
                  </a:cubicBezTo>
                  <a:lnTo>
                    <a:pt x="3009773" y="0"/>
                  </a:lnTo>
                  <a:cubicBezTo>
                    <a:pt x="3080385" y="0"/>
                    <a:pt x="3137662" y="55118"/>
                    <a:pt x="3137662" y="123063"/>
                  </a:cubicBezTo>
                  <a:lnTo>
                    <a:pt x="3137662" y="615569"/>
                  </a:lnTo>
                  <a:cubicBezTo>
                    <a:pt x="3137662" y="683514"/>
                    <a:pt x="3080385" y="738632"/>
                    <a:pt x="3009773" y="738632"/>
                  </a:cubicBezTo>
                  <a:lnTo>
                    <a:pt x="127889" y="738632"/>
                  </a:lnTo>
                  <a:cubicBezTo>
                    <a:pt x="57277" y="738632"/>
                    <a:pt x="0" y="683514"/>
                    <a:pt x="0" y="6155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3175762" cy="776732"/>
            </a:xfrm>
            <a:custGeom>
              <a:avLst/>
              <a:gdLst/>
              <a:ahLst/>
              <a:cxnLst/>
              <a:rect l="l" t="t" r="r" b="b"/>
              <a:pathLst>
                <a:path w="3175762" h="776732">
                  <a:moveTo>
                    <a:pt x="0" y="142113"/>
                  </a:moveTo>
                  <a:cubicBezTo>
                    <a:pt x="0" y="62992"/>
                    <a:pt x="66548" y="0"/>
                    <a:pt x="146939" y="0"/>
                  </a:cubicBezTo>
                  <a:lnTo>
                    <a:pt x="3028823" y="0"/>
                  </a:lnTo>
                  <a:lnTo>
                    <a:pt x="3028823" y="19050"/>
                  </a:lnTo>
                  <a:lnTo>
                    <a:pt x="3028823" y="0"/>
                  </a:lnTo>
                  <a:cubicBezTo>
                    <a:pt x="3109341" y="0"/>
                    <a:pt x="3175762" y="62992"/>
                    <a:pt x="3175762" y="142113"/>
                  </a:cubicBezTo>
                  <a:lnTo>
                    <a:pt x="3156712" y="142113"/>
                  </a:lnTo>
                  <a:lnTo>
                    <a:pt x="3175762" y="142113"/>
                  </a:lnTo>
                  <a:lnTo>
                    <a:pt x="3175762" y="634619"/>
                  </a:lnTo>
                  <a:lnTo>
                    <a:pt x="3156712" y="634619"/>
                  </a:lnTo>
                  <a:lnTo>
                    <a:pt x="3175762" y="634619"/>
                  </a:lnTo>
                  <a:cubicBezTo>
                    <a:pt x="3175762" y="713867"/>
                    <a:pt x="3109214" y="776732"/>
                    <a:pt x="3028823" y="776732"/>
                  </a:cubicBezTo>
                  <a:lnTo>
                    <a:pt x="3028823" y="757682"/>
                  </a:lnTo>
                  <a:lnTo>
                    <a:pt x="3028823" y="776732"/>
                  </a:lnTo>
                  <a:lnTo>
                    <a:pt x="146939" y="776732"/>
                  </a:lnTo>
                  <a:lnTo>
                    <a:pt x="146939" y="757682"/>
                  </a:lnTo>
                  <a:lnTo>
                    <a:pt x="146939" y="776732"/>
                  </a:lnTo>
                  <a:cubicBezTo>
                    <a:pt x="66548" y="776732"/>
                    <a:pt x="0" y="713740"/>
                    <a:pt x="0" y="634619"/>
                  </a:cubicBezTo>
                  <a:lnTo>
                    <a:pt x="0" y="142113"/>
                  </a:lnTo>
                  <a:lnTo>
                    <a:pt x="19050" y="142113"/>
                  </a:lnTo>
                  <a:lnTo>
                    <a:pt x="0" y="142113"/>
                  </a:lnTo>
                  <a:moveTo>
                    <a:pt x="38100" y="142113"/>
                  </a:moveTo>
                  <a:lnTo>
                    <a:pt x="38100" y="634619"/>
                  </a:lnTo>
                  <a:lnTo>
                    <a:pt x="19050" y="634619"/>
                  </a:lnTo>
                  <a:lnTo>
                    <a:pt x="38100" y="634619"/>
                  </a:lnTo>
                  <a:cubicBezTo>
                    <a:pt x="38100" y="691388"/>
                    <a:pt x="86106" y="738632"/>
                    <a:pt x="146939" y="738632"/>
                  </a:cubicBezTo>
                  <a:lnTo>
                    <a:pt x="3028823" y="738632"/>
                  </a:lnTo>
                  <a:cubicBezTo>
                    <a:pt x="3089656" y="738632"/>
                    <a:pt x="3137662" y="691388"/>
                    <a:pt x="3137662" y="634619"/>
                  </a:cubicBezTo>
                  <a:lnTo>
                    <a:pt x="3137662" y="142113"/>
                  </a:lnTo>
                  <a:cubicBezTo>
                    <a:pt x="3137662" y="85344"/>
                    <a:pt x="3089656" y="38100"/>
                    <a:pt x="3028823" y="38100"/>
                  </a:cubicBezTo>
                  <a:lnTo>
                    <a:pt x="146939" y="38100"/>
                  </a:lnTo>
                  <a:lnTo>
                    <a:pt x="146939" y="19050"/>
                  </a:lnTo>
                  <a:lnTo>
                    <a:pt x="146939" y="38100"/>
                  </a:lnTo>
                  <a:cubicBezTo>
                    <a:pt x="86106" y="38100"/>
                    <a:pt x="38100" y="85344"/>
                    <a:pt x="38100" y="142113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3175838" cy="79581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 dirty="0">
                  <a:solidFill>
                    <a:srgbClr val="000000"/>
                  </a:solidFill>
                  <a:latin typeface="Arimo"/>
                </a:rPr>
                <a:t>Back to Login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808675" y="489925"/>
            <a:ext cx="3301969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Arimo Bold"/>
              </a:rPr>
              <a:t>Customize Settings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33791" y="1006080"/>
            <a:ext cx="1879635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 Bold"/>
              </a:rPr>
              <a:t>Font Color: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88290" y="2850770"/>
            <a:ext cx="1309149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 Bold"/>
              </a:rPr>
              <a:t>Font Style: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08675" y="3814841"/>
            <a:ext cx="1814892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 Bold"/>
              </a:rPr>
              <a:t>Day/Night Mode: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33790" y="4720256"/>
            <a:ext cx="4223200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 Bold"/>
              </a:rPr>
              <a:t>Digital Frequency Language Width: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33791" y="5550656"/>
            <a:ext cx="1879635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 Bold"/>
              </a:rPr>
              <a:t>Pop-Up Alerts:</a:t>
            </a:r>
          </a:p>
        </p:txBody>
      </p:sp>
      <p:sp>
        <p:nvSpPr>
          <p:cNvPr id="39" name="Freeform 39" descr="Caret Down outline"/>
          <p:cNvSpPr/>
          <p:nvPr/>
        </p:nvSpPr>
        <p:spPr>
          <a:xfrm>
            <a:off x="9360864" y="328169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 descr="Caret Down outline"/>
          <p:cNvSpPr/>
          <p:nvPr/>
        </p:nvSpPr>
        <p:spPr>
          <a:xfrm>
            <a:off x="9360864" y="233554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 descr="Caret Down outline"/>
          <p:cNvSpPr/>
          <p:nvPr/>
        </p:nvSpPr>
        <p:spPr>
          <a:xfrm>
            <a:off x="9360864" y="138676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42" descr="Caret Down outline"/>
          <p:cNvSpPr/>
          <p:nvPr/>
        </p:nvSpPr>
        <p:spPr>
          <a:xfrm>
            <a:off x="9360864" y="4202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 descr="Caret Down outline"/>
          <p:cNvSpPr/>
          <p:nvPr/>
        </p:nvSpPr>
        <p:spPr>
          <a:xfrm>
            <a:off x="9360864" y="5059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9713313" y="263646"/>
            <a:ext cx="442070" cy="529586"/>
          </a:xfrm>
          <a:custGeom>
            <a:avLst/>
            <a:gdLst/>
            <a:ahLst/>
            <a:cxnLst/>
            <a:rect l="l" t="t" r="r" b="b"/>
            <a:pathLst>
              <a:path w="549511" h="549511">
                <a:moveTo>
                  <a:pt x="0" y="0"/>
                </a:moveTo>
                <a:lnTo>
                  <a:pt x="549511" y="0"/>
                </a:lnTo>
                <a:lnTo>
                  <a:pt x="549511" y="549511"/>
                </a:lnTo>
                <a:lnTo>
                  <a:pt x="0" y="549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BFA4E0-F063-F2F4-FD2C-C385ABDEC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6716"/>
            <a:ext cx="12192000" cy="577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26">
            <a:extLst>
              <a:ext uri="{FF2B5EF4-FFF2-40B4-BE49-F238E27FC236}">
                <a16:creationId xmlns:a16="http://schemas.microsoft.com/office/drawing/2014/main" id="{E1B61E1F-99A7-1B84-D9FA-D064D15947B2}"/>
              </a:ext>
            </a:extLst>
          </p:cNvPr>
          <p:cNvGrpSpPr/>
          <p:nvPr/>
        </p:nvGrpSpPr>
        <p:grpSpPr>
          <a:xfrm>
            <a:off x="308602" y="230239"/>
            <a:ext cx="612350" cy="692842"/>
            <a:chOff x="0" y="0"/>
            <a:chExt cx="241916" cy="273715"/>
          </a:xfrm>
        </p:grpSpPr>
        <p:sp>
          <p:nvSpPr>
            <p:cNvPr id="6" name="Freeform 27">
              <a:extLst>
                <a:ext uri="{FF2B5EF4-FFF2-40B4-BE49-F238E27FC236}">
                  <a16:creationId xmlns:a16="http://schemas.microsoft.com/office/drawing/2014/main" id="{2FC74173-9D41-0F10-6984-F5E0FDC9EE24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28">
              <a:extLst>
                <a:ext uri="{FF2B5EF4-FFF2-40B4-BE49-F238E27FC236}">
                  <a16:creationId xmlns:a16="http://schemas.microsoft.com/office/drawing/2014/main" id="{EDD3041C-062A-6E66-7F77-EBF61AE944CA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99B35A4B-3A98-5E89-AC9B-1D913168C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713313" y="5233052"/>
            <a:ext cx="1247066" cy="1247066"/>
          </a:xfrm>
          <a:prstGeom prst="ellipse">
            <a:avLst/>
          </a:prstGeom>
        </p:spPr>
      </p:pic>
      <p:sp>
        <p:nvSpPr>
          <p:cNvPr id="8" name="Freeform 39">
            <a:extLst>
              <a:ext uri="{FF2B5EF4-FFF2-40B4-BE49-F238E27FC236}">
                <a16:creationId xmlns:a16="http://schemas.microsoft.com/office/drawing/2014/main" id="{4C507874-E663-F983-74D7-01ED9B933F2E}"/>
              </a:ext>
            </a:extLst>
          </p:cNvPr>
          <p:cNvSpPr/>
          <p:nvPr/>
        </p:nvSpPr>
        <p:spPr>
          <a:xfrm>
            <a:off x="445026" y="230238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2" y="0"/>
                </a:lnTo>
                <a:lnTo>
                  <a:pt x="509252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50E99-EB5D-AA4A-FEC2-D974D52AFBA2}"/>
              </a:ext>
            </a:extLst>
          </p:cNvPr>
          <p:cNvCxnSpPr/>
          <p:nvPr/>
        </p:nvCxnSpPr>
        <p:spPr>
          <a:xfrm>
            <a:off x="10903527" y="393489"/>
            <a:ext cx="6650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CBCEE9-E821-EF55-00AA-57D168693FE2}"/>
              </a:ext>
            </a:extLst>
          </p:cNvPr>
          <p:cNvCxnSpPr/>
          <p:nvPr/>
        </p:nvCxnSpPr>
        <p:spPr>
          <a:xfrm>
            <a:off x="10903527" y="576659"/>
            <a:ext cx="6650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FA6CBA-497F-E3DB-CF1C-8CAAD9695417}"/>
              </a:ext>
            </a:extLst>
          </p:cNvPr>
          <p:cNvCxnSpPr/>
          <p:nvPr/>
        </p:nvCxnSpPr>
        <p:spPr>
          <a:xfrm>
            <a:off x="10903527" y="759830"/>
            <a:ext cx="6650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1157A2-E43F-5A58-0598-D615EAF04A72}"/>
              </a:ext>
            </a:extLst>
          </p:cNvPr>
          <p:cNvSpPr txBox="1"/>
          <p:nvPr/>
        </p:nvSpPr>
        <p:spPr>
          <a:xfrm>
            <a:off x="1380996" y="244502"/>
            <a:ext cx="34065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Walamoo</a:t>
            </a:r>
            <a:r>
              <a:rPr lang="en-US" sz="4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Tax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A94630-A050-0C8E-5F7C-B9860505A9B5}"/>
              </a:ext>
            </a:extLst>
          </p:cNvPr>
          <p:cNvSpPr txBox="1"/>
          <p:nvPr/>
        </p:nvSpPr>
        <p:spPr>
          <a:xfrm>
            <a:off x="3781905" y="2463112"/>
            <a:ext cx="46281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Tax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256E2F-61EB-3A1F-9012-475CF03D2BF9}"/>
              </a:ext>
            </a:extLst>
          </p:cNvPr>
          <p:cNvSpPr txBox="1"/>
          <p:nvPr/>
        </p:nvSpPr>
        <p:spPr>
          <a:xfrm>
            <a:off x="1680793" y="4471677"/>
            <a:ext cx="9725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A Tax Information System that Simplifies Your Taxes</a:t>
            </a:r>
          </a:p>
        </p:txBody>
      </p:sp>
      <p:grpSp>
        <p:nvGrpSpPr>
          <p:cNvPr id="18" name="Group 26">
            <a:extLst>
              <a:ext uri="{FF2B5EF4-FFF2-40B4-BE49-F238E27FC236}">
                <a16:creationId xmlns:a16="http://schemas.microsoft.com/office/drawing/2014/main" id="{C0E78F9D-8B16-B4EB-40C3-D9B581B84B7E}"/>
              </a:ext>
            </a:extLst>
          </p:cNvPr>
          <p:cNvGrpSpPr/>
          <p:nvPr/>
        </p:nvGrpSpPr>
        <p:grpSpPr>
          <a:xfrm>
            <a:off x="3867924" y="5432079"/>
            <a:ext cx="4903499" cy="941252"/>
            <a:chOff x="-24285" y="-98137"/>
            <a:chExt cx="266201" cy="371852"/>
          </a:xfrm>
        </p:grpSpPr>
        <p:sp>
          <p:nvSpPr>
            <p:cNvPr id="19" name="Freeform 27">
              <a:extLst>
                <a:ext uri="{FF2B5EF4-FFF2-40B4-BE49-F238E27FC236}">
                  <a16:creationId xmlns:a16="http://schemas.microsoft.com/office/drawing/2014/main" id="{F0C4EF43-C300-F89B-35D2-5BE3C08252FC}"/>
                </a:ext>
              </a:extLst>
            </p:cNvPr>
            <p:cNvSpPr/>
            <p:nvPr/>
          </p:nvSpPr>
          <p:spPr>
            <a:xfrm>
              <a:off x="-24285" y="-98137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Upload Now</a:t>
              </a:r>
            </a:p>
          </p:txBody>
        </p:sp>
        <p:sp>
          <p:nvSpPr>
            <p:cNvPr id="20" name="TextBox 28">
              <a:extLst>
                <a:ext uri="{FF2B5EF4-FFF2-40B4-BE49-F238E27FC236}">
                  <a16:creationId xmlns:a16="http://schemas.microsoft.com/office/drawing/2014/main" id="{4B896C4A-B011-47C6-CB8F-79E60F24469D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1" name="Group 26">
            <a:extLst>
              <a:ext uri="{FF2B5EF4-FFF2-40B4-BE49-F238E27FC236}">
                <a16:creationId xmlns:a16="http://schemas.microsoft.com/office/drawing/2014/main" id="{19D3AA2B-1411-0D43-A17E-F22A47CD9856}"/>
              </a:ext>
            </a:extLst>
          </p:cNvPr>
          <p:cNvGrpSpPr/>
          <p:nvPr/>
        </p:nvGrpSpPr>
        <p:grpSpPr>
          <a:xfrm>
            <a:off x="693446" y="5488709"/>
            <a:ext cx="612350" cy="692842"/>
            <a:chOff x="0" y="0"/>
            <a:chExt cx="241916" cy="273715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11C601C9-F3E5-A6C8-09AF-28149B0105A9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8">
              <a:extLst>
                <a:ext uri="{FF2B5EF4-FFF2-40B4-BE49-F238E27FC236}">
                  <a16:creationId xmlns:a16="http://schemas.microsoft.com/office/drawing/2014/main" id="{44AD8143-98C5-3FBE-C470-A9EF3B6E6984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057" y="356961"/>
            <a:ext cx="10363887" cy="6144079"/>
            <a:chOff x="0" y="0"/>
            <a:chExt cx="20727773" cy="12288158"/>
          </a:xfrm>
        </p:grpSpPr>
        <p:sp>
          <p:nvSpPr>
            <p:cNvPr id="3" name="Freeform 3"/>
            <p:cNvSpPr/>
            <p:nvPr/>
          </p:nvSpPr>
          <p:spPr>
            <a:xfrm>
              <a:off x="17820" y="19050"/>
              <a:ext cx="20692083" cy="12250039"/>
            </a:xfrm>
            <a:custGeom>
              <a:avLst/>
              <a:gdLst/>
              <a:ahLst/>
              <a:cxnLst/>
              <a:rect l="l" t="t" r="r" b="b"/>
              <a:pathLst>
                <a:path w="20692083" h="12250039">
                  <a:moveTo>
                    <a:pt x="0" y="0"/>
                  </a:moveTo>
                  <a:lnTo>
                    <a:pt x="20692083" y="0"/>
                  </a:lnTo>
                  <a:lnTo>
                    <a:pt x="20692083" y="12250039"/>
                  </a:lnTo>
                  <a:lnTo>
                    <a:pt x="0" y="12250039"/>
                  </a:lnTo>
                  <a:close/>
                </a:path>
              </a:pathLst>
            </a:custGeom>
            <a:solidFill>
              <a:srgbClr val="0F9ED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0727724" cy="12288139"/>
            </a:xfrm>
            <a:custGeom>
              <a:avLst/>
              <a:gdLst/>
              <a:ahLst/>
              <a:cxnLst/>
              <a:rect l="l" t="t" r="r" b="b"/>
              <a:pathLst>
                <a:path w="20727724" h="12288139">
                  <a:moveTo>
                    <a:pt x="17820" y="0"/>
                  </a:moveTo>
                  <a:lnTo>
                    <a:pt x="20709903" y="0"/>
                  </a:lnTo>
                  <a:cubicBezTo>
                    <a:pt x="20719763" y="0"/>
                    <a:pt x="20727724" y="8509"/>
                    <a:pt x="20727724" y="19050"/>
                  </a:cubicBezTo>
                  <a:lnTo>
                    <a:pt x="20727724" y="12269089"/>
                  </a:lnTo>
                  <a:cubicBezTo>
                    <a:pt x="20727724" y="12279630"/>
                    <a:pt x="20719763" y="12288139"/>
                    <a:pt x="20709903" y="12288139"/>
                  </a:cubicBezTo>
                  <a:lnTo>
                    <a:pt x="17820" y="12288139"/>
                  </a:lnTo>
                  <a:cubicBezTo>
                    <a:pt x="7960" y="12288139"/>
                    <a:pt x="0" y="12279630"/>
                    <a:pt x="0" y="12269089"/>
                  </a:cubicBezTo>
                  <a:lnTo>
                    <a:pt x="0" y="19050"/>
                  </a:lnTo>
                  <a:cubicBezTo>
                    <a:pt x="0" y="8509"/>
                    <a:pt x="7960" y="0"/>
                    <a:pt x="17820" y="0"/>
                  </a:cubicBezTo>
                  <a:moveTo>
                    <a:pt x="17820" y="38100"/>
                  </a:moveTo>
                  <a:lnTo>
                    <a:pt x="17820" y="19050"/>
                  </a:lnTo>
                  <a:lnTo>
                    <a:pt x="35641" y="19050"/>
                  </a:lnTo>
                  <a:lnTo>
                    <a:pt x="35641" y="12269089"/>
                  </a:lnTo>
                  <a:lnTo>
                    <a:pt x="17820" y="12269089"/>
                  </a:lnTo>
                  <a:lnTo>
                    <a:pt x="17820" y="12250039"/>
                  </a:lnTo>
                  <a:lnTo>
                    <a:pt x="20709903" y="12250039"/>
                  </a:lnTo>
                  <a:lnTo>
                    <a:pt x="20709903" y="12269089"/>
                  </a:lnTo>
                  <a:lnTo>
                    <a:pt x="20692083" y="12269089"/>
                  </a:lnTo>
                  <a:lnTo>
                    <a:pt x="20692083" y="19050"/>
                  </a:lnTo>
                  <a:lnTo>
                    <a:pt x="20709903" y="19050"/>
                  </a:lnTo>
                  <a:lnTo>
                    <a:pt x="20709903" y="38100"/>
                  </a:lnTo>
                  <a:lnTo>
                    <a:pt x="17820" y="3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7643" y="1399053"/>
            <a:ext cx="3328307" cy="1484993"/>
            <a:chOff x="0" y="0"/>
            <a:chExt cx="6656614" cy="2969986"/>
          </a:xfrm>
        </p:grpSpPr>
        <p:sp>
          <p:nvSpPr>
            <p:cNvPr id="6" name="Freeform 6"/>
            <p:cNvSpPr/>
            <p:nvPr/>
          </p:nvSpPr>
          <p:spPr>
            <a:xfrm>
              <a:off x="19050" y="19050"/>
              <a:ext cx="6618478" cy="2931922"/>
            </a:xfrm>
            <a:custGeom>
              <a:avLst/>
              <a:gdLst/>
              <a:ahLst/>
              <a:cxnLst/>
              <a:rect l="l" t="t" r="r" b="b"/>
              <a:pathLst>
                <a:path w="6618478" h="2931922">
                  <a:moveTo>
                    <a:pt x="0" y="488696"/>
                  </a:moveTo>
                  <a:cubicBezTo>
                    <a:pt x="0" y="218821"/>
                    <a:pt x="220345" y="0"/>
                    <a:pt x="492125" y="0"/>
                  </a:cubicBezTo>
                  <a:lnTo>
                    <a:pt x="6126353" y="0"/>
                  </a:lnTo>
                  <a:cubicBezTo>
                    <a:pt x="6398133" y="0"/>
                    <a:pt x="6618478" y="218821"/>
                    <a:pt x="6618478" y="488696"/>
                  </a:cubicBezTo>
                  <a:lnTo>
                    <a:pt x="6618478" y="2443226"/>
                  </a:lnTo>
                  <a:cubicBezTo>
                    <a:pt x="6618478" y="2713101"/>
                    <a:pt x="6398133" y="2931922"/>
                    <a:pt x="6126353" y="2931922"/>
                  </a:cubicBezTo>
                  <a:lnTo>
                    <a:pt x="492125" y="2931922"/>
                  </a:lnTo>
                  <a:cubicBezTo>
                    <a:pt x="220345" y="2931922"/>
                    <a:pt x="0" y="2713101"/>
                    <a:pt x="0" y="244322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656578" cy="2970022"/>
            </a:xfrm>
            <a:custGeom>
              <a:avLst/>
              <a:gdLst/>
              <a:ahLst/>
              <a:cxnLst/>
              <a:rect l="l" t="t" r="r" b="b"/>
              <a:pathLst>
                <a:path w="6656578" h="2970022">
                  <a:moveTo>
                    <a:pt x="0" y="507746"/>
                  </a:moveTo>
                  <a:cubicBezTo>
                    <a:pt x="0" y="227203"/>
                    <a:pt x="228981" y="0"/>
                    <a:pt x="511175" y="0"/>
                  </a:cubicBezTo>
                  <a:lnTo>
                    <a:pt x="6145403" y="0"/>
                  </a:lnTo>
                  <a:lnTo>
                    <a:pt x="6145403" y="19050"/>
                  </a:lnTo>
                  <a:lnTo>
                    <a:pt x="6145403" y="0"/>
                  </a:lnTo>
                  <a:cubicBezTo>
                    <a:pt x="6427597" y="0"/>
                    <a:pt x="6656578" y="227203"/>
                    <a:pt x="6656578" y="507746"/>
                  </a:cubicBezTo>
                  <a:lnTo>
                    <a:pt x="6637528" y="507746"/>
                  </a:lnTo>
                  <a:lnTo>
                    <a:pt x="6656578" y="507746"/>
                  </a:lnTo>
                  <a:lnTo>
                    <a:pt x="6656578" y="2462276"/>
                  </a:lnTo>
                  <a:lnTo>
                    <a:pt x="6637528" y="2462276"/>
                  </a:lnTo>
                  <a:lnTo>
                    <a:pt x="6656578" y="2462276"/>
                  </a:lnTo>
                  <a:cubicBezTo>
                    <a:pt x="6656578" y="2742819"/>
                    <a:pt x="6427597" y="2970022"/>
                    <a:pt x="6145403" y="2970022"/>
                  </a:cubicBezTo>
                  <a:lnTo>
                    <a:pt x="6145403" y="2950972"/>
                  </a:lnTo>
                  <a:lnTo>
                    <a:pt x="6145403" y="2970022"/>
                  </a:lnTo>
                  <a:lnTo>
                    <a:pt x="511175" y="2970022"/>
                  </a:lnTo>
                  <a:lnTo>
                    <a:pt x="511175" y="2950972"/>
                  </a:lnTo>
                  <a:lnTo>
                    <a:pt x="511175" y="2970022"/>
                  </a:lnTo>
                  <a:cubicBezTo>
                    <a:pt x="228981" y="2970022"/>
                    <a:pt x="0" y="2742819"/>
                    <a:pt x="0" y="2462276"/>
                  </a:cubicBezTo>
                  <a:lnTo>
                    <a:pt x="0" y="507746"/>
                  </a:lnTo>
                  <a:lnTo>
                    <a:pt x="19050" y="507746"/>
                  </a:lnTo>
                  <a:lnTo>
                    <a:pt x="0" y="507746"/>
                  </a:lnTo>
                  <a:moveTo>
                    <a:pt x="38100" y="507746"/>
                  </a:moveTo>
                  <a:lnTo>
                    <a:pt x="38100" y="2462276"/>
                  </a:lnTo>
                  <a:lnTo>
                    <a:pt x="19050" y="2462276"/>
                  </a:lnTo>
                  <a:lnTo>
                    <a:pt x="38100" y="2462276"/>
                  </a:lnTo>
                  <a:cubicBezTo>
                    <a:pt x="38100" y="2721483"/>
                    <a:pt x="249809" y="2931922"/>
                    <a:pt x="511175" y="2931922"/>
                  </a:cubicBezTo>
                  <a:lnTo>
                    <a:pt x="6145403" y="2931922"/>
                  </a:lnTo>
                  <a:cubicBezTo>
                    <a:pt x="6406769" y="2931922"/>
                    <a:pt x="6618478" y="2721483"/>
                    <a:pt x="6618478" y="2462276"/>
                  </a:cubicBezTo>
                  <a:lnTo>
                    <a:pt x="6618478" y="507746"/>
                  </a:lnTo>
                  <a:cubicBezTo>
                    <a:pt x="6618478" y="248539"/>
                    <a:pt x="6406769" y="38100"/>
                    <a:pt x="6145403" y="38100"/>
                  </a:cubicBezTo>
                  <a:lnTo>
                    <a:pt x="511175" y="38100"/>
                  </a:lnTo>
                  <a:lnTo>
                    <a:pt x="511175" y="19050"/>
                  </a:lnTo>
                  <a:lnTo>
                    <a:pt x="511175" y="38100"/>
                  </a:lnTo>
                  <a:cubicBezTo>
                    <a:pt x="249809" y="38100"/>
                    <a:pt x="38100" y="248539"/>
                    <a:pt x="38100" y="507746"/>
                  </a:cubicBezTo>
                  <a:close/>
                </a:path>
              </a:pathLst>
            </a:custGeom>
            <a:solidFill>
              <a:srgbClr val="0424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6656614" cy="298903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 Bold"/>
                </a:rPr>
                <a:t>Total Number of Records: </a:t>
              </a:r>
            </a:p>
            <a:p>
              <a:pPr>
                <a:lnSpc>
                  <a:spcPts val="2160"/>
                </a:lnSpc>
              </a:pPr>
              <a:endParaRPr lang="en-US">
                <a:solidFill>
                  <a:srgbClr val="000000"/>
                </a:solidFill>
                <a:latin typeface="Arimo Bold"/>
              </a:endParaRPr>
            </a:p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1000</a:t>
              </a:r>
            </a:p>
            <a:p>
              <a:pPr algn="ctr">
                <a:lnSpc>
                  <a:spcPts val="2160"/>
                </a:lnSpc>
              </a:pPr>
              <a:endParaRPr lang="en-US">
                <a:solidFill>
                  <a:srgbClr val="000000"/>
                </a:solidFill>
                <a:latin typeface="Arimo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27001" y="1399053"/>
            <a:ext cx="3328307" cy="1509700"/>
            <a:chOff x="0" y="0"/>
            <a:chExt cx="6656614" cy="3019400"/>
          </a:xfrm>
        </p:grpSpPr>
        <p:sp>
          <p:nvSpPr>
            <p:cNvPr id="10" name="Freeform 10"/>
            <p:cNvSpPr/>
            <p:nvPr/>
          </p:nvSpPr>
          <p:spPr>
            <a:xfrm>
              <a:off x="19050" y="19367"/>
              <a:ext cx="6618478" cy="2980703"/>
            </a:xfrm>
            <a:custGeom>
              <a:avLst/>
              <a:gdLst/>
              <a:ahLst/>
              <a:cxnLst/>
              <a:rect l="l" t="t" r="r" b="b"/>
              <a:pathLst>
                <a:path w="6618478" h="2980703">
                  <a:moveTo>
                    <a:pt x="0" y="496827"/>
                  </a:moveTo>
                  <a:cubicBezTo>
                    <a:pt x="0" y="222462"/>
                    <a:pt x="220345" y="0"/>
                    <a:pt x="492125" y="0"/>
                  </a:cubicBezTo>
                  <a:lnTo>
                    <a:pt x="6126353" y="0"/>
                  </a:lnTo>
                  <a:cubicBezTo>
                    <a:pt x="6398133" y="0"/>
                    <a:pt x="6618478" y="222462"/>
                    <a:pt x="6618478" y="496827"/>
                  </a:cubicBezTo>
                  <a:lnTo>
                    <a:pt x="6618478" y="2483876"/>
                  </a:lnTo>
                  <a:cubicBezTo>
                    <a:pt x="6618478" y="2758241"/>
                    <a:pt x="6398133" y="2980703"/>
                    <a:pt x="6126353" y="2980703"/>
                  </a:cubicBezTo>
                  <a:lnTo>
                    <a:pt x="492125" y="2980703"/>
                  </a:lnTo>
                  <a:cubicBezTo>
                    <a:pt x="220345" y="2980703"/>
                    <a:pt x="0" y="2758241"/>
                    <a:pt x="0" y="248387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6656578" cy="3019436"/>
            </a:xfrm>
            <a:custGeom>
              <a:avLst/>
              <a:gdLst/>
              <a:ahLst/>
              <a:cxnLst/>
              <a:rect l="l" t="t" r="r" b="b"/>
              <a:pathLst>
                <a:path w="6656578" h="3019436">
                  <a:moveTo>
                    <a:pt x="0" y="516194"/>
                  </a:moveTo>
                  <a:cubicBezTo>
                    <a:pt x="0" y="230983"/>
                    <a:pt x="228981" y="0"/>
                    <a:pt x="511175" y="0"/>
                  </a:cubicBezTo>
                  <a:lnTo>
                    <a:pt x="6145403" y="0"/>
                  </a:lnTo>
                  <a:lnTo>
                    <a:pt x="6145403" y="19367"/>
                  </a:lnTo>
                  <a:lnTo>
                    <a:pt x="6145403" y="0"/>
                  </a:lnTo>
                  <a:cubicBezTo>
                    <a:pt x="6427597" y="0"/>
                    <a:pt x="6656578" y="230983"/>
                    <a:pt x="6656578" y="516194"/>
                  </a:cubicBezTo>
                  <a:lnTo>
                    <a:pt x="6637528" y="516194"/>
                  </a:lnTo>
                  <a:lnTo>
                    <a:pt x="6656578" y="516194"/>
                  </a:lnTo>
                  <a:lnTo>
                    <a:pt x="6656578" y="2503243"/>
                  </a:lnTo>
                  <a:lnTo>
                    <a:pt x="6637528" y="2503243"/>
                  </a:lnTo>
                  <a:lnTo>
                    <a:pt x="6656578" y="2503243"/>
                  </a:lnTo>
                  <a:cubicBezTo>
                    <a:pt x="6656578" y="2788454"/>
                    <a:pt x="6427597" y="3019436"/>
                    <a:pt x="6145403" y="3019436"/>
                  </a:cubicBezTo>
                  <a:lnTo>
                    <a:pt x="6145403" y="3000070"/>
                  </a:lnTo>
                  <a:lnTo>
                    <a:pt x="6145403" y="3019436"/>
                  </a:lnTo>
                  <a:lnTo>
                    <a:pt x="511175" y="3019436"/>
                  </a:lnTo>
                  <a:lnTo>
                    <a:pt x="511175" y="3000070"/>
                  </a:lnTo>
                  <a:lnTo>
                    <a:pt x="511175" y="3019436"/>
                  </a:lnTo>
                  <a:cubicBezTo>
                    <a:pt x="228981" y="3019436"/>
                    <a:pt x="0" y="2788454"/>
                    <a:pt x="0" y="2503243"/>
                  </a:cubicBezTo>
                  <a:lnTo>
                    <a:pt x="0" y="516194"/>
                  </a:lnTo>
                  <a:lnTo>
                    <a:pt x="19050" y="516194"/>
                  </a:lnTo>
                  <a:lnTo>
                    <a:pt x="0" y="516194"/>
                  </a:lnTo>
                  <a:moveTo>
                    <a:pt x="38100" y="516194"/>
                  </a:moveTo>
                  <a:lnTo>
                    <a:pt x="38100" y="2503243"/>
                  </a:lnTo>
                  <a:lnTo>
                    <a:pt x="19050" y="2503243"/>
                  </a:lnTo>
                  <a:lnTo>
                    <a:pt x="38100" y="2503243"/>
                  </a:lnTo>
                  <a:cubicBezTo>
                    <a:pt x="38100" y="2766763"/>
                    <a:pt x="249809" y="2980703"/>
                    <a:pt x="511175" y="2980703"/>
                  </a:cubicBezTo>
                  <a:lnTo>
                    <a:pt x="6145403" y="2980703"/>
                  </a:lnTo>
                  <a:cubicBezTo>
                    <a:pt x="6406769" y="2980703"/>
                    <a:pt x="6618478" y="2766763"/>
                    <a:pt x="6618478" y="2503243"/>
                  </a:cubicBezTo>
                  <a:lnTo>
                    <a:pt x="6618478" y="516194"/>
                  </a:lnTo>
                  <a:cubicBezTo>
                    <a:pt x="6618478" y="252674"/>
                    <a:pt x="6406769" y="38734"/>
                    <a:pt x="6145403" y="38734"/>
                  </a:cubicBezTo>
                  <a:lnTo>
                    <a:pt x="511175" y="38734"/>
                  </a:lnTo>
                  <a:lnTo>
                    <a:pt x="511175" y="19367"/>
                  </a:lnTo>
                  <a:lnTo>
                    <a:pt x="511175" y="38734"/>
                  </a:lnTo>
                  <a:cubicBezTo>
                    <a:pt x="249809" y="38734"/>
                    <a:pt x="38100" y="252674"/>
                    <a:pt x="38100" y="516194"/>
                  </a:cubicBezTo>
                  <a:close/>
                </a:path>
              </a:pathLst>
            </a:custGeom>
            <a:solidFill>
              <a:srgbClr val="0424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656614" cy="30384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 Bold"/>
                </a:rPr>
                <a:t>Total Amount of Tax Paid (Year):</a:t>
              </a:r>
            </a:p>
            <a:p>
              <a:pPr>
                <a:lnSpc>
                  <a:spcPts val="2160"/>
                </a:lnSpc>
              </a:pPr>
              <a:endParaRPr lang="en-US">
                <a:solidFill>
                  <a:srgbClr val="000000"/>
                </a:solidFill>
                <a:latin typeface="Arimo Bold"/>
              </a:endParaRPr>
            </a:p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$1,000,000</a:t>
              </a:r>
            </a:p>
            <a:p>
              <a:pPr algn="ctr">
                <a:lnSpc>
                  <a:spcPts val="2160"/>
                </a:lnSpc>
              </a:pPr>
              <a:endParaRPr lang="en-US">
                <a:solidFill>
                  <a:srgbClr val="000000"/>
                </a:solidFill>
                <a:latin typeface="Arim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36693" y="3233296"/>
            <a:ext cx="3328307" cy="1484993"/>
            <a:chOff x="0" y="0"/>
            <a:chExt cx="6656614" cy="2969986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6618478" cy="2931922"/>
            </a:xfrm>
            <a:custGeom>
              <a:avLst/>
              <a:gdLst/>
              <a:ahLst/>
              <a:cxnLst/>
              <a:rect l="l" t="t" r="r" b="b"/>
              <a:pathLst>
                <a:path w="6618478" h="2931922">
                  <a:moveTo>
                    <a:pt x="0" y="488696"/>
                  </a:moveTo>
                  <a:cubicBezTo>
                    <a:pt x="0" y="218821"/>
                    <a:pt x="220345" y="0"/>
                    <a:pt x="492125" y="0"/>
                  </a:cubicBezTo>
                  <a:lnTo>
                    <a:pt x="6126353" y="0"/>
                  </a:lnTo>
                  <a:cubicBezTo>
                    <a:pt x="6398133" y="0"/>
                    <a:pt x="6618478" y="218821"/>
                    <a:pt x="6618478" y="488696"/>
                  </a:cubicBezTo>
                  <a:lnTo>
                    <a:pt x="6618478" y="2443226"/>
                  </a:lnTo>
                  <a:cubicBezTo>
                    <a:pt x="6618478" y="2713101"/>
                    <a:pt x="6398133" y="2931922"/>
                    <a:pt x="6126353" y="2931922"/>
                  </a:cubicBezTo>
                  <a:lnTo>
                    <a:pt x="492125" y="2931922"/>
                  </a:lnTo>
                  <a:cubicBezTo>
                    <a:pt x="220345" y="2931922"/>
                    <a:pt x="0" y="2713101"/>
                    <a:pt x="0" y="244322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6656578" cy="2970022"/>
            </a:xfrm>
            <a:custGeom>
              <a:avLst/>
              <a:gdLst/>
              <a:ahLst/>
              <a:cxnLst/>
              <a:rect l="l" t="t" r="r" b="b"/>
              <a:pathLst>
                <a:path w="6656578" h="2970022">
                  <a:moveTo>
                    <a:pt x="0" y="507746"/>
                  </a:moveTo>
                  <a:cubicBezTo>
                    <a:pt x="0" y="227203"/>
                    <a:pt x="228981" y="0"/>
                    <a:pt x="511175" y="0"/>
                  </a:cubicBezTo>
                  <a:lnTo>
                    <a:pt x="6145403" y="0"/>
                  </a:lnTo>
                  <a:lnTo>
                    <a:pt x="6145403" y="19050"/>
                  </a:lnTo>
                  <a:lnTo>
                    <a:pt x="6145403" y="0"/>
                  </a:lnTo>
                  <a:cubicBezTo>
                    <a:pt x="6427597" y="0"/>
                    <a:pt x="6656578" y="227203"/>
                    <a:pt x="6656578" y="507746"/>
                  </a:cubicBezTo>
                  <a:lnTo>
                    <a:pt x="6637528" y="507746"/>
                  </a:lnTo>
                  <a:lnTo>
                    <a:pt x="6656578" y="507746"/>
                  </a:lnTo>
                  <a:lnTo>
                    <a:pt x="6656578" y="2462276"/>
                  </a:lnTo>
                  <a:lnTo>
                    <a:pt x="6637528" y="2462276"/>
                  </a:lnTo>
                  <a:lnTo>
                    <a:pt x="6656578" y="2462276"/>
                  </a:lnTo>
                  <a:cubicBezTo>
                    <a:pt x="6656578" y="2742819"/>
                    <a:pt x="6427597" y="2970022"/>
                    <a:pt x="6145403" y="2970022"/>
                  </a:cubicBezTo>
                  <a:lnTo>
                    <a:pt x="6145403" y="2950972"/>
                  </a:lnTo>
                  <a:lnTo>
                    <a:pt x="6145403" y="2970022"/>
                  </a:lnTo>
                  <a:lnTo>
                    <a:pt x="511175" y="2970022"/>
                  </a:lnTo>
                  <a:lnTo>
                    <a:pt x="511175" y="2950972"/>
                  </a:lnTo>
                  <a:lnTo>
                    <a:pt x="511175" y="2970022"/>
                  </a:lnTo>
                  <a:cubicBezTo>
                    <a:pt x="228981" y="2970022"/>
                    <a:pt x="0" y="2742819"/>
                    <a:pt x="0" y="2462276"/>
                  </a:cubicBezTo>
                  <a:lnTo>
                    <a:pt x="0" y="507746"/>
                  </a:lnTo>
                  <a:lnTo>
                    <a:pt x="19050" y="507746"/>
                  </a:lnTo>
                  <a:lnTo>
                    <a:pt x="0" y="507746"/>
                  </a:lnTo>
                  <a:moveTo>
                    <a:pt x="38100" y="507746"/>
                  </a:moveTo>
                  <a:lnTo>
                    <a:pt x="38100" y="2462276"/>
                  </a:lnTo>
                  <a:lnTo>
                    <a:pt x="19050" y="2462276"/>
                  </a:lnTo>
                  <a:lnTo>
                    <a:pt x="38100" y="2462276"/>
                  </a:lnTo>
                  <a:cubicBezTo>
                    <a:pt x="38100" y="2721483"/>
                    <a:pt x="249809" y="2931922"/>
                    <a:pt x="511175" y="2931922"/>
                  </a:cubicBezTo>
                  <a:lnTo>
                    <a:pt x="6145403" y="2931922"/>
                  </a:lnTo>
                  <a:cubicBezTo>
                    <a:pt x="6406769" y="2931922"/>
                    <a:pt x="6618478" y="2721483"/>
                    <a:pt x="6618478" y="2462276"/>
                  </a:cubicBezTo>
                  <a:lnTo>
                    <a:pt x="6618478" y="507746"/>
                  </a:lnTo>
                  <a:cubicBezTo>
                    <a:pt x="6618478" y="248539"/>
                    <a:pt x="6406769" y="38100"/>
                    <a:pt x="6145403" y="38100"/>
                  </a:cubicBezTo>
                  <a:lnTo>
                    <a:pt x="511175" y="38100"/>
                  </a:lnTo>
                  <a:lnTo>
                    <a:pt x="511175" y="19050"/>
                  </a:lnTo>
                  <a:lnTo>
                    <a:pt x="511175" y="38100"/>
                  </a:lnTo>
                  <a:cubicBezTo>
                    <a:pt x="249809" y="38100"/>
                    <a:pt x="38100" y="248539"/>
                    <a:pt x="38100" y="507746"/>
                  </a:cubicBezTo>
                  <a:close/>
                </a:path>
              </a:pathLst>
            </a:custGeom>
            <a:solidFill>
              <a:srgbClr val="0424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656614" cy="298903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 Bold"/>
                </a:rPr>
                <a:t>Total Number of Countries: </a:t>
              </a:r>
            </a:p>
            <a:p>
              <a:pPr>
                <a:lnSpc>
                  <a:spcPts val="2160"/>
                </a:lnSpc>
              </a:pPr>
              <a:endParaRPr lang="en-US">
                <a:solidFill>
                  <a:srgbClr val="000000"/>
                </a:solidFill>
                <a:latin typeface="Arimo Bold"/>
              </a:endParaRPr>
            </a:p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50</a:t>
              </a:r>
            </a:p>
            <a:p>
              <a:pPr algn="ctr">
                <a:lnSpc>
                  <a:spcPts val="2160"/>
                </a:lnSpc>
              </a:pPr>
              <a:endParaRPr lang="en-US">
                <a:solidFill>
                  <a:srgbClr val="000000"/>
                </a:solidFill>
                <a:latin typeface="Arimo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27001" y="3233296"/>
            <a:ext cx="3328307" cy="1484993"/>
            <a:chOff x="0" y="0"/>
            <a:chExt cx="6656614" cy="2969986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6618478" cy="2931922"/>
            </a:xfrm>
            <a:custGeom>
              <a:avLst/>
              <a:gdLst/>
              <a:ahLst/>
              <a:cxnLst/>
              <a:rect l="l" t="t" r="r" b="b"/>
              <a:pathLst>
                <a:path w="6618478" h="2931922">
                  <a:moveTo>
                    <a:pt x="0" y="488696"/>
                  </a:moveTo>
                  <a:cubicBezTo>
                    <a:pt x="0" y="218821"/>
                    <a:pt x="220345" y="0"/>
                    <a:pt x="492125" y="0"/>
                  </a:cubicBezTo>
                  <a:lnTo>
                    <a:pt x="6126353" y="0"/>
                  </a:lnTo>
                  <a:cubicBezTo>
                    <a:pt x="6398133" y="0"/>
                    <a:pt x="6618478" y="218821"/>
                    <a:pt x="6618478" y="488696"/>
                  </a:cubicBezTo>
                  <a:lnTo>
                    <a:pt x="6618478" y="2443226"/>
                  </a:lnTo>
                  <a:cubicBezTo>
                    <a:pt x="6618478" y="2713101"/>
                    <a:pt x="6398133" y="2931922"/>
                    <a:pt x="6126353" y="2931922"/>
                  </a:cubicBezTo>
                  <a:lnTo>
                    <a:pt x="492125" y="2931922"/>
                  </a:lnTo>
                  <a:cubicBezTo>
                    <a:pt x="220345" y="2931922"/>
                    <a:pt x="0" y="2713101"/>
                    <a:pt x="0" y="244322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6656578" cy="2970022"/>
            </a:xfrm>
            <a:custGeom>
              <a:avLst/>
              <a:gdLst/>
              <a:ahLst/>
              <a:cxnLst/>
              <a:rect l="l" t="t" r="r" b="b"/>
              <a:pathLst>
                <a:path w="6656578" h="2970022">
                  <a:moveTo>
                    <a:pt x="0" y="507746"/>
                  </a:moveTo>
                  <a:cubicBezTo>
                    <a:pt x="0" y="227203"/>
                    <a:pt x="228981" y="0"/>
                    <a:pt x="511175" y="0"/>
                  </a:cubicBezTo>
                  <a:lnTo>
                    <a:pt x="6145403" y="0"/>
                  </a:lnTo>
                  <a:lnTo>
                    <a:pt x="6145403" y="19050"/>
                  </a:lnTo>
                  <a:lnTo>
                    <a:pt x="6145403" y="0"/>
                  </a:lnTo>
                  <a:cubicBezTo>
                    <a:pt x="6427597" y="0"/>
                    <a:pt x="6656578" y="227203"/>
                    <a:pt x="6656578" y="507746"/>
                  </a:cubicBezTo>
                  <a:lnTo>
                    <a:pt x="6637528" y="507746"/>
                  </a:lnTo>
                  <a:lnTo>
                    <a:pt x="6656578" y="507746"/>
                  </a:lnTo>
                  <a:lnTo>
                    <a:pt x="6656578" y="2462276"/>
                  </a:lnTo>
                  <a:lnTo>
                    <a:pt x="6637528" y="2462276"/>
                  </a:lnTo>
                  <a:lnTo>
                    <a:pt x="6656578" y="2462276"/>
                  </a:lnTo>
                  <a:cubicBezTo>
                    <a:pt x="6656578" y="2742819"/>
                    <a:pt x="6427597" y="2970022"/>
                    <a:pt x="6145403" y="2970022"/>
                  </a:cubicBezTo>
                  <a:lnTo>
                    <a:pt x="6145403" y="2950972"/>
                  </a:lnTo>
                  <a:lnTo>
                    <a:pt x="6145403" y="2970022"/>
                  </a:lnTo>
                  <a:lnTo>
                    <a:pt x="511175" y="2970022"/>
                  </a:lnTo>
                  <a:lnTo>
                    <a:pt x="511175" y="2950972"/>
                  </a:lnTo>
                  <a:lnTo>
                    <a:pt x="511175" y="2970022"/>
                  </a:lnTo>
                  <a:cubicBezTo>
                    <a:pt x="228981" y="2970022"/>
                    <a:pt x="0" y="2742819"/>
                    <a:pt x="0" y="2462276"/>
                  </a:cubicBezTo>
                  <a:lnTo>
                    <a:pt x="0" y="507746"/>
                  </a:lnTo>
                  <a:lnTo>
                    <a:pt x="19050" y="507746"/>
                  </a:lnTo>
                  <a:lnTo>
                    <a:pt x="0" y="507746"/>
                  </a:lnTo>
                  <a:moveTo>
                    <a:pt x="38100" y="507746"/>
                  </a:moveTo>
                  <a:lnTo>
                    <a:pt x="38100" y="2462276"/>
                  </a:lnTo>
                  <a:lnTo>
                    <a:pt x="19050" y="2462276"/>
                  </a:lnTo>
                  <a:lnTo>
                    <a:pt x="38100" y="2462276"/>
                  </a:lnTo>
                  <a:cubicBezTo>
                    <a:pt x="38100" y="2721483"/>
                    <a:pt x="249809" y="2931922"/>
                    <a:pt x="511175" y="2931922"/>
                  </a:cubicBezTo>
                  <a:lnTo>
                    <a:pt x="6145403" y="2931922"/>
                  </a:lnTo>
                  <a:cubicBezTo>
                    <a:pt x="6406769" y="2931922"/>
                    <a:pt x="6618478" y="2721483"/>
                    <a:pt x="6618478" y="2462276"/>
                  </a:cubicBezTo>
                  <a:lnTo>
                    <a:pt x="6618478" y="507746"/>
                  </a:lnTo>
                  <a:cubicBezTo>
                    <a:pt x="6618478" y="248539"/>
                    <a:pt x="6406769" y="38100"/>
                    <a:pt x="6145403" y="38100"/>
                  </a:cubicBezTo>
                  <a:lnTo>
                    <a:pt x="511175" y="38100"/>
                  </a:lnTo>
                  <a:lnTo>
                    <a:pt x="511175" y="19050"/>
                  </a:lnTo>
                  <a:lnTo>
                    <a:pt x="511175" y="38100"/>
                  </a:lnTo>
                  <a:cubicBezTo>
                    <a:pt x="249809" y="38100"/>
                    <a:pt x="38100" y="248539"/>
                    <a:pt x="38100" y="507746"/>
                  </a:cubicBezTo>
                  <a:close/>
                </a:path>
              </a:pathLst>
            </a:custGeom>
            <a:solidFill>
              <a:srgbClr val="0424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6656614" cy="298903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 Bold"/>
                </a:rPr>
                <a:t>Total Number of Cities:</a:t>
              </a:r>
            </a:p>
            <a:p>
              <a:pPr>
                <a:lnSpc>
                  <a:spcPts val="2160"/>
                </a:lnSpc>
              </a:pPr>
              <a:endParaRPr lang="en-US">
                <a:solidFill>
                  <a:srgbClr val="000000"/>
                </a:solidFill>
                <a:latin typeface="Arimo Bold"/>
              </a:endParaRPr>
            </a:p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200</a:t>
              </a:r>
            </a:p>
            <a:p>
              <a:pPr algn="ctr">
                <a:lnSpc>
                  <a:spcPts val="2160"/>
                </a:lnSpc>
              </a:pPr>
              <a:endParaRPr lang="en-US">
                <a:solidFill>
                  <a:srgbClr val="000000"/>
                </a:solidFill>
                <a:latin typeface="Arimo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81064" y="4926286"/>
            <a:ext cx="2063782" cy="388382"/>
            <a:chOff x="0" y="0"/>
            <a:chExt cx="4127564" cy="776764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4089527" cy="738632"/>
            </a:xfrm>
            <a:custGeom>
              <a:avLst/>
              <a:gdLst/>
              <a:ahLst/>
              <a:cxnLst/>
              <a:rect l="l" t="t" r="r" b="b"/>
              <a:pathLst>
                <a:path w="4089527" h="738632">
                  <a:moveTo>
                    <a:pt x="0" y="123063"/>
                  </a:moveTo>
                  <a:cubicBezTo>
                    <a:pt x="0" y="55118"/>
                    <a:pt x="57404" y="0"/>
                    <a:pt x="128270" y="0"/>
                  </a:cubicBezTo>
                  <a:lnTo>
                    <a:pt x="3961257" y="0"/>
                  </a:lnTo>
                  <a:cubicBezTo>
                    <a:pt x="4032123" y="0"/>
                    <a:pt x="4089527" y="55118"/>
                    <a:pt x="4089527" y="123063"/>
                  </a:cubicBezTo>
                  <a:lnTo>
                    <a:pt x="4089527" y="615569"/>
                  </a:lnTo>
                  <a:cubicBezTo>
                    <a:pt x="4089527" y="683514"/>
                    <a:pt x="4032123" y="738632"/>
                    <a:pt x="3961257" y="738632"/>
                  </a:cubicBezTo>
                  <a:lnTo>
                    <a:pt x="128270" y="738632"/>
                  </a:lnTo>
                  <a:cubicBezTo>
                    <a:pt x="57404" y="738632"/>
                    <a:pt x="0" y="683514"/>
                    <a:pt x="0" y="6155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4127627" cy="776732"/>
            </a:xfrm>
            <a:custGeom>
              <a:avLst/>
              <a:gdLst/>
              <a:ahLst/>
              <a:cxnLst/>
              <a:rect l="l" t="t" r="r" b="b"/>
              <a:pathLst>
                <a:path w="4127627" h="776732">
                  <a:moveTo>
                    <a:pt x="0" y="142113"/>
                  </a:moveTo>
                  <a:cubicBezTo>
                    <a:pt x="0" y="62865"/>
                    <a:pt x="66675" y="0"/>
                    <a:pt x="147320" y="0"/>
                  </a:cubicBezTo>
                  <a:lnTo>
                    <a:pt x="3980307" y="0"/>
                  </a:lnTo>
                  <a:lnTo>
                    <a:pt x="3980307" y="19050"/>
                  </a:lnTo>
                  <a:lnTo>
                    <a:pt x="3980307" y="0"/>
                  </a:lnTo>
                  <a:cubicBezTo>
                    <a:pt x="4060952" y="0"/>
                    <a:pt x="4127627" y="62865"/>
                    <a:pt x="4127627" y="142113"/>
                  </a:cubicBezTo>
                  <a:lnTo>
                    <a:pt x="4108577" y="142113"/>
                  </a:lnTo>
                  <a:lnTo>
                    <a:pt x="4127627" y="142113"/>
                  </a:lnTo>
                  <a:lnTo>
                    <a:pt x="4127627" y="634619"/>
                  </a:lnTo>
                  <a:lnTo>
                    <a:pt x="4108577" y="634619"/>
                  </a:lnTo>
                  <a:lnTo>
                    <a:pt x="4127627" y="634619"/>
                  </a:lnTo>
                  <a:cubicBezTo>
                    <a:pt x="4127627" y="713867"/>
                    <a:pt x="4060952" y="776732"/>
                    <a:pt x="3980307" y="776732"/>
                  </a:cubicBezTo>
                  <a:lnTo>
                    <a:pt x="3980307" y="757682"/>
                  </a:lnTo>
                  <a:lnTo>
                    <a:pt x="3980307" y="776732"/>
                  </a:lnTo>
                  <a:lnTo>
                    <a:pt x="147320" y="776732"/>
                  </a:lnTo>
                  <a:lnTo>
                    <a:pt x="147320" y="757682"/>
                  </a:lnTo>
                  <a:lnTo>
                    <a:pt x="147320" y="776732"/>
                  </a:lnTo>
                  <a:cubicBezTo>
                    <a:pt x="66675" y="776732"/>
                    <a:pt x="0" y="713867"/>
                    <a:pt x="0" y="634619"/>
                  </a:cubicBezTo>
                  <a:lnTo>
                    <a:pt x="0" y="142113"/>
                  </a:lnTo>
                  <a:lnTo>
                    <a:pt x="19050" y="142113"/>
                  </a:lnTo>
                  <a:lnTo>
                    <a:pt x="0" y="142113"/>
                  </a:lnTo>
                  <a:moveTo>
                    <a:pt x="38100" y="142113"/>
                  </a:moveTo>
                  <a:lnTo>
                    <a:pt x="38100" y="634619"/>
                  </a:lnTo>
                  <a:lnTo>
                    <a:pt x="19050" y="634619"/>
                  </a:lnTo>
                  <a:lnTo>
                    <a:pt x="38100" y="634619"/>
                  </a:lnTo>
                  <a:cubicBezTo>
                    <a:pt x="38100" y="691388"/>
                    <a:pt x="86233" y="738632"/>
                    <a:pt x="147320" y="738632"/>
                  </a:cubicBezTo>
                  <a:lnTo>
                    <a:pt x="3980307" y="738632"/>
                  </a:lnTo>
                  <a:cubicBezTo>
                    <a:pt x="4041394" y="738632"/>
                    <a:pt x="4089527" y="691261"/>
                    <a:pt x="4089527" y="634619"/>
                  </a:cubicBezTo>
                  <a:lnTo>
                    <a:pt x="4089527" y="142113"/>
                  </a:lnTo>
                  <a:cubicBezTo>
                    <a:pt x="4089527" y="85344"/>
                    <a:pt x="4041394" y="38100"/>
                    <a:pt x="3980307" y="38100"/>
                  </a:cubicBezTo>
                  <a:lnTo>
                    <a:pt x="147320" y="38100"/>
                  </a:lnTo>
                  <a:lnTo>
                    <a:pt x="147320" y="19050"/>
                  </a:lnTo>
                  <a:lnTo>
                    <a:pt x="147320" y="38100"/>
                  </a:lnTo>
                  <a:cubicBezTo>
                    <a:pt x="86233" y="38100"/>
                    <a:pt x="38100" y="85471"/>
                    <a:pt x="38100" y="142113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127564" cy="7958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United States</a:t>
              </a:r>
            </a:p>
          </p:txBody>
        </p:sp>
      </p:grpSp>
      <p:sp>
        <p:nvSpPr>
          <p:cNvPr id="25" name="Freeform 25" descr="Caret Down outline"/>
          <p:cNvSpPr/>
          <p:nvPr/>
        </p:nvSpPr>
        <p:spPr>
          <a:xfrm>
            <a:off x="7361009" y="5042139"/>
            <a:ext cx="383836" cy="383836"/>
          </a:xfrm>
          <a:custGeom>
            <a:avLst/>
            <a:gdLst/>
            <a:ahLst/>
            <a:cxnLst/>
            <a:rect l="l" t="t" r="r" b="b"/>
            <a:pathLst>
              <a:path w="575754" h="575754">
                <a:moveTo>
                  <a:pt x="0" y="0"/>
                </a:moveTo>
                <a:lnTo>
                  <a:pt x="575754" y="0"/>
                </a:lnTo>
                <a:lnTo>
                  <a:pt x="575754" y="575754"/>
                </a:lnTo>
                <a:lnTo>
                  <a:pt x="0" y="575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195293" y="547807"/>
            <a:ext cx="612350" cy="692842"/>
            <a:chOff x="0" y="0"/>
            <a:chExt cx="241916" cy="2737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31717" y="547807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3" y="0"/>
                </a:lnTo>
                <a:lnTo>
                  <a:pt x="509253" y="1039263"/>
                </a:lnTo>
                <a:lnTo>
                  <a:pt x="0" y="1039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3917958" y="694203"/>
            <a:ext cx="4356085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Arimo Bold"/>
              </a:rPr>
              <a:t>TAX SYSTEM INFORMATION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46345" y="5029439"/>
            <a:ext cx="1834719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 Bold"/>
              </a:rPr>
              <a:t>Select Country: 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3592325" y="5522666"/>
            <a:ext cx="2088739" cy="536329"/>
            <a:chOff x="0" y="0"/>
            <a:chExt cx="4177478" cy="1072658"/>
          </a:xfrm>
        </p:grpSpPr>
        <p:sp>
          <p:nvSpPr>
            <p:cNvPr id="33" name="Freeform 33"/>
            <p:cNvSpPr/>
            <p:nvPr/>
          </p:nvSpPr>
          <p:spPr>
            <a:xfrm>
              <a:off x="19050" y="19050"/>
              <a:ext cx="4139438" cy="1034542"/>
            </a:xfrm>
            <a:custGeom>
              <a:avLst/>
              <a:gdLst/>
              <a:ahLst/>
              <a:cxnLst/>
              <a:rect l="l" t="t" r="r" b="b"/>
              <a:pathLst>
                <a:path w="4139438" h="1034542">
                  <a:moveTo>
                    <a:pt x="0" y="172466"/>
                  </a:moveTo>
                  <a:cubicBezTo>
                    <a:pt x="0" y="77216"/>
                    <a:pt x="79375" y="0"/>
                    <a:pt x="177165" y="0"/>
                  </a:cubicBezTo>
                  <a:lnTo>
                    <a:pt x="3962273" y="0"/>
                  </a:lnTo>
                  <a:cubicBezTo>
                    <a:pt x="4060063" y="0"/>
                    <a:pt x="4139438" y="77216"/>
                    <a:pt x="4139438" y="172466"/>
                  </a:cubicBezTo>
                  <a:lnTo>
                    <a:pt x="4139438" y="862076"/>
                  </a:lnTo>
                  <a:cubicBezTo>
                    <a:pt x="4139438" y="957326"/>
                    <a:pt x="4060063" y="1034542"/>
                    <a:pt x="3962273" y="1034542"/>
                  </a:cubicBezTo>
                  <a:lnTo>
                    <a:pt x="177165" y="1034542"/>
                  </a:lnTo>
                  <a:cubicBezTo>
                    <a:pt x="79375" y="1034542"/>
                    <a:pt x="0" y="957326"/>
                    <a:pt x="0" y="862076"/>
                  </a:cubicBezTo>
                  <a:close/>
                </a:path>
              </a:pathLst>
            </a:custGeom>
            <a:solidFill>
              <a:srgbClr val="3A3A3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4177538" cy="1072642"/>
            </a:xfrm>
            <a:custGeom>
              <a:avLst/>
              <a:gdLst/>
              <a:ahLst/>
              <a:cxnLst/>
              <a:rect l="l" t="t" r="r" b="b"/>
              <a:pathLst>
                <a:path w="4177538" h="1072642">
                  <a:moveTo>
                    <a:pt x="0" y="191516"/>
                  </a:moveTo>
                  <a:cubicBezTo>
                    <a:pt x="0" y="85217"/>
                    <a:pt x="88392" y="0"/>
                    <a:pt x="196215" y="0"/>
                  </a:cubicBezTo>
                  <a:lnTo>
                    <a:pt x="3981323" y="0"/>
                  </a:lnTo>
                  <a:lnTo>
                    <a:pt x="3981323" y="19050"/>
                  </a:lnTo>
                  <a:lnTo>
                    <a:pt x="3981323" y="0"/>
                  </a:lnTo>
                  <a:cubicBezTo>
                    <a:pt x="4089146" y="0"/>
                    <a:pt x="4177538" y="85217"/>
                    <a:pt x="4177538" y="191516"/>
                  </a:cubicBezTo>
                  <a:lnTo>
                    <a:pt x="4158488" y="191516"/>
                  </a:lnTo>
                  <a:lnTo>
                    <a:pt x="4177538" y="191516"/>
                  </a:lnTo>
                  <a:lnTo>
                    <a:pt x="4177538" y="881126"/>
                  </a:lnTo>
                  <a:lnTo>
                    <a:pt x="4158488" y="881126"/>
                  </a:lnTo>
                  <a:lnTo>
                    <a:pt x="4177538" y="881126"/>
                  </a:lnTo>
                  <a:cubicBezTo>
                    <a:pt x="4177538" y="987298"/>
                    <a:pt x="4089146" y="1072642"/>
                    <a:pt x="3981323" y="1072642"/>
                  </a:cubicBezTo>
                  <a:lnTo>
                    <a:pt x="3981323" y="1053592"/>
                  </a:lnTo>
                  <a:lnTo>
                    <a:pt x="3981323" y="1072642"/>
                  </a:lnTo>
                  <a:lnTo>
                    <a:pt x="196215" y="1072642"/>
                  </a:lnTo>
                  <a:lnTo>
                    <a:pt x="196215" y="1053592"/>
                  </a:lnTo>
                  <a:lnTo>
                    <a:pt x="196215" y="1072642"/>
                  </a:lnTo>
                  <a:cubicBezTo>
                    <a:pt x="88392" y="1072642"/>
                    <a:pt x="0" y="987425"/>
                    <a:pt x="0" y="881126"/>
                  </a:cubicBezTo>
                  <a:lnTo>
                    <a:pt x="0" y="191516"/>
                  </a:lnTo>
                  <a:lnTo>
                    <a:pt x="19050" y="191516"/>
                  </a:lnTo>
                  <a:lnTo>
                    <a:pt x="0" y="191516"/>
                  </a:lnTo>
                  <a:moveTo>
                    <a:pt x="38100" y="191516"/>
                  </a:moveTo>
                  <a:lnTo>
                    <a:pt x="38100" y="881126"/>
                  </a:lnTo>
                  <a:lnTo>
                    <a:pt x="19050" y="881126"/>
                  </a:lnTo>
                  <a:lnTo>
                    <a:pt x="38100" y="881126"/>
                  </a:lnTo>
                  <a:cubicBezTo>
                    <a:pt x="38100" y="965327"/>
                    <a:pt x="108458" y="1034542"/>
                    <a:pt x="196215" y="1034542"/>
                  </a:cubicBezTo>
                  <a:lnTo>
                    <a:pt x="3981323" y="1034542"/>
                  </a:lnTo>
                  <a:cubicBezTo>
                    <a:pt x="4069080" y="1034542"/>
                    <a:pt x="4139438" y="965327"/>
                    <a:pt x="4139438" y="881126"/>
                  </a:cubicBezTo>
                  <a:lnTo>
                    <a:pt x="4139438" y="191516"/>
                  </a:lnTo>
                  <a:cubicBezTo>
                    <a:pt x="4139438" y="107315"/>
                    <a:pt x="4069080" y="38100"/>
                    <a:pt x="3981323" y="38100"/>
                  </a:cubicBezTo>
                  <a:lnTo>
                    <a:pt x="196215" y="38100"/>
                  </a:lnTo>
                  <a:lnTo>
                    <a:pt x="196215" y="19050"/>
                  </a:lnTo>
                  <a:lnTo>
                    <a:pt x="196215" y="38100"/>
                  </a:lnTo>
                  <a:cubicBezTo>
                    <a:pt x="108458" y="38100"/>
                    <a:pt x="38100" y="107315"/>
                    <a:pt x="38100" y="191516"/>
                  </a:cubicBezTo>
                  <a:close/>
                </a:path>
              </a:pathLst>
            </a:custGeom>
            <a:solidFill>
              <a:srgbClr val="8080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177478" cy="10917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>
                  <a:solidFill>
                    <a:srgbClr val="FFFFFF"/>
                  </a:solidFill>
                  <a:latin typeface="Arimo"/>
                </a:rPr>
                <a:t>View City List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0" y="5522665"/>
            <a:ext cx="2088739" cy="514267"/>
            <a:chOff x="0" y="0"/>
            <a:chExt cx="4177478" cy="1028533"/>
          </a:xfrm>
        </p:grpSpPr>
        <p:sp>
          <p:nvSpPr>
            <p:cNvPr id="37" name="Freeform 37"/>
            <p:cNvSpPr/>
            <p:nvPr/>
          </p:nvSpPr>
          <p:spPr>
            <a:xfrm>
              <a:off x="19050" y="19904"/>
              <a:ext cx="4139311" cy="988693"/>
            </a:xfrm>
            <a:custGeom>
              <a:avLst/>
              <a:gdLst/>
              <a:ahLst/>
              <a:cxnLst/>
              <a:rect l="l" t="t" r="r" b="b"/>
              <a:pathLst>
                <a:path w="4139311" h="988693">
                  <a:moveTo>
                    <a:pt x="0" y="164804"/>
                  </a:moveTo>
                  <a:cubicBezTo>
                    <a:pt x="0" y="73777"/>
                    <a:pt x="72771" y="0"/>
                    <a:pt x="162560" y="0"/>
                  </a:cubicBezTo>
                  <a:lnTo>
                    <a:pt x="3976751" y="0"/>
                  </a:lnTo>
                  <a:cubicBezTo>
                    <a:pt x="4066540" y="0"/>
                    <a:pt x="4139311" y="73777"/>
                    <a:pt x="4139311" y="164804"/>
                  </a:cubicBezTo>
                  <a:lnTo>
                    <a:pt x="4139311" y="823888"/>
                  </a:lnTo>
                  <a:cubicBezTo>
                    <a:pt x="4139311" y="914916"/>
                    <a:pt x="4066540" y="988693"/>
                    <a:pt x="3976751" y="988693"/>
                  </a:cubicBezTo>
                  <a:lnTo>
                    <a:pt x="162560" y="988693"/>
                  </a:lnTo>
                  <a:cubicBezTo>
                    <a:pt x="72771" y="988693"/>
                    <a:pt x="0" y="914916"/>
                    <a:pt x="0" y="823888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4177411" cy="1028501"/>
            </a:xfrm>
            <a:custGeom>
              <a:avLst/>
              <a:gdLst/>
              <a:ahLst/>
              <a:cxnLst/>
              <a:rect l="l" t="t" r="r" b="b"/>
              <a:pathLst>
                <a:path w="4177411" h="1028501">
                  <a:moveTo>
                    <a:pt x="0" y="184708"/>
                  </a:moveTo>
                  <a:cubicBezTo>
                    <a:pt x="0" y="82137"/>
                    <a:pt x="81915" y="0"/>
                    <a:pt x="181610" y="0"/>
                  </a:cubicBezTo>
                  <a:lnTo>
                    <a:pt x="3995801" y="0"/>
                  </a:lnTo>
                  <a:lnTo>
                    <a:pt x="3995801" y="19904"/>
                  </a:lnTo>
                  <a:lnTo>
                    <a:pt x="3995801" y="0"/>
                  </a:lnTo>
                  <a:cubicBezTo>
                    <a:pt x="4095623" y="0"/>
                    <a:pt x="4177411" y="82137"/>
                    <a:pt x="4177411" y="184708"/>
                  </a:cubicBezTo>
                  <a:lnTo>
                    <a:pt x="4158361" y="184708"/>
                  </a:lnTo>
                  <a:lnTo>
                    <a:pt x="4177411" y="184708"/>
                  </a:lnTo>
                  <a:lnTo>
                    <a:pt x="4177411" y="843792"/>
                  </a:lnTo>
                  <a:lnTo>
                    <a:pt x="4158361" y="843792"/>
                  </a:lnTo>
                  <a:lnTo>
                    <a:pt x="4177411" y="843792"/>
                  </a:lnTo>
                  <a:cubicBezTo>
                    <a:pt x="4177411" y="946364"/>
                    <a:pt x="4095496" y="1028501"/>
                    <a:pt x="3995801" y="1028501"/>
                  </a:cubicBezTo>
                  <a:lnTo>
                    <a:pt x="3995801" y="1008597"/>
                  </a:lnTo>
                  <a:lnTo>
                    <a:pt x="3995801" y="1028501"/>
                  </a:lnTo>
                  <a:lnTo>
                    <a:pt x="181610" y="1028501"/>
                  </a:lnTo>
                  <a:lnTo>
                    <a:pt x="181610" y="1008597"/>
                  </a:lnTo>
                  <a:lnTo>
                    <a:pt x="181610" y="1028501"/>
                  </a:lnTo>
                  <a:cubicBezTo>
                    <a:pt x="81915" y="1028501"/>
                    <a:pt x="0" y="946364"/>
                    <a:pt x="0" y="843792"/>
                  </a:cubicBezTo>
                  <a:lnTo>
                    <a:pt x="0" y="184708"/>
                  </a:lnTo>
                  <a:lnTo>
                    <a:pt x="19050" y="184708"/>
                  </a:lnTo>
                  <a:lnTo>
                    <a:pt x="0" y="184708"/>
                  </a:lnTo>
                  <a:moveTo>
                    <a:pt x="38100" y="184708"/>
                  </a:moveTo>
                  <a:lnTo>
                    <a:pt x="38100" y="843792"/>
                  </a:lnTo>
                  <a:lnTo>
                    <a:pt x="19050" y="843792"/>
                  </a:lnTo>
                  <a:lnTo>
                    <a:pt x="38100" y="843792"/>
                  </a:lnTo>
                  <a:cubicBezTo>
                    <a:pt x="38100" y="923275"/>
                    <a:pt x="101854" y="988693"/>
                    <a:pt x="181610" y="988693"/>
                  </a:cubicBezTo>
                  <a:lnTo>
                    <a:pt x="3995801" y="988693"/>
                  </a:lnTo>
                  <a:cubicBezTo>
                    <a:pt x="4075557" y="988693"/>
                    <a:pt x="4139311" y="923275"/>
                    <a:pt x="4139311" y="843792"/>
                  </a:cubicBezTo>
                  <a:lnTo>
                    <a:pt x="4139311" y="184708"/>
                  </a:lnTo>
                  <a:cubicBezTo>
                    <a:pt x="4139311" y="105225"/>
                    <a:pt x="4075557" y="39808"/>
                    <a:pt x="3995801" y="39808"/>
                  </a:cubicBezTo>
                  <a:lnTo>
                    <a:pt x="181610" y="39808"/>
                  </a:lnTo>
                  <a:lnTo>
                    <a:pt x="181610" y="19904"/>
                  </a:lnTo>
                  <a:lnTo>
                    <a:pt x="181610" y="39808"/>
                  </a:lnTo>
                  <a:cubicBezTo>
                    <a:pt x="101854" y="39808"/>
                    <a:pt x="38100" y="105225"/>
                    <a:pt x="38100" y="184708"/>
                  </a:cubicBezTo>
                  <a:close/>
                </a:path>
              </a:pathLst>
            </a:custGeom>
            <a:solidFill>
              <a:srgbClr val="8080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4177478" cy="10475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 dirty="0">
                  <a:solidFill>
                    <a:srgbClr val="000000"/>
                  </a:solidFill>
                  <a:latin typeface="Arimo"/>
                </a:rPr>
                <a:t>Back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0991C4-AB7A-51E0-8324-D129223A0103}"/>
              </a:ext>
            </a:extLst>
          </p:cNvPr>
          <p:cNvSpPr/>
          <p:nvPr/>
        </p:nvSpPr>
        <p:spPr>
          <a:xfrm>
            <a:off x="3773128" y="2050025"/>
            <a:ext cx="4854677" cy="203527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United States of America</a:t>
            </a:r>
          </a:p>
          <a:p>
            <a:pPr algn="ctr"/>
            <a:r>
              <a:rPr lang="en-US" dirty="0"/>
              <a:t>50 cities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30D93-0DB1-B5D2-7838-4A80B4882602}"/>
              </a:ext>
            </a:extLst>
          </p:cNvPr>
          <p:cNvSpPr txBox="1"/>
          <p:nvPr/>
        </p:nvSpPr>
        <p:spPr>
          <a:xfrm>
            <a:off x="2197510" y="840658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Number of Cities</a:t>
            </a:r>
          </a:p>
        </p:txBody>
      </p:sp>
      <p:grpSp>
        <p:nvGrpSpPr>
          <p:cNvPr id="4" name="Group 33">
            <a:extLst>
              <a:ext uri="{FF2B5EF4-FFF2-40B4-BE49-F238E27FC236}">
                <a16:creationId xmlns:a16="http://schemas.microsoft.com/office/drawing/2014/main" id="{4BE19ED0-B211-BE85-E302-8A25CC0E91ED}"/>
              </a:ext>
            </a:extLst>
          </p:cNvPr>
          <p:cNvGrpSpPr/>
          <p:nvPr/>
        </p:nvGrpSpPr>
        <p:grpSpPr>
          <a:xfrm>
            <a:off x="379626" y="201386"/>
            <a:ext cx="612350" cy="692842"/>
            <a:chOff x="0" y="0"/>
            <a:chExt cx="241916" cy="273715"/>
          </a:xfrm>
        </p:grpSpPr>
        <p:sp>
          <p:nvSpPr>
            <p:cNvPr id="5" name="Freeform 34">
              <a:extLst>
                <a:ext uri="{FF2B5EF4-FFF2-40B4-BE49-F238E27FC236}">
                  <a16:creationId xmlns:a16="http://schemas.microsoft.com/office/drawing/2014/main" id="{E808E88E-5E07-DECA-C29E-DFD66D90614F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35">
              <a:extLst>
                <a:ext uri="{FF2B5EF4-FFF2-40B4-BE49-F238E27FC236}">
                  <a16:creationId xmlns:a16="http://schemas.microsoft.com/office/drawing/2014/main" id="{0D9963B5-C9E9-CE7E-DB8B-4109DA96C39C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7" name="Freeform 39">
            <a:extLst>
              <a:ext uri="{FF2B5EF4-FFF2-40B4-BE49-F238E27FC236}">
                <a16:creationId xmlns:a16="http://schemas.microsoft.com/office/drawing/2014/main" id="{45615E4C-E2AF-BC1C-6020-9DDE332541EA}"/>
              </a:ext>
            </a:extLst>
          </p:cNvPr>
          <p:cNvSpPr/>
          <p:nvPr/>
        </p:nvSpPr>
        <p:spPr>
          <a:xfrm>
            <a:off x="516050" y="201386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2" y="0"/>
                </a:lnTo>
                <a:lnTo>
                  <a:pt x="509252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9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8470" y="206467"/>
            <a:ext cx="5000686" cy="40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800" b="1" dirty="0">
                <a:solidFill>
                  <a:srgbClr val="000000"/>
                </a:solidFill>
                <a:latin typeface="Arimo"/>
              </a:rPr>
              <a:t>Tax Information Upload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845692" y="2381315"/>
            <a:ext cx="8785679" cy="3763736"/>
            <a:chOff x="0" y="0"/>
            <a:chExt cx="17571358" cy="7527472"/>
          </a:xfrm>
        </p:grpSpPr>
        <p:sp>
          <p:nvSpPr>
            <p:cNvPr id="4" name="Freeform 4"/>
            <p:cNvSpPr/>
            <p:nvPr/>
          </p:nvSpPr>
          <p:spPr>
            <a:xfrm>
              <a:off x="19050" y="19050"/>
              <a:ext cx="17533238" cy="7489317"/>
            </a:xfrm>
            <a:custGeom>
              <a:avLst/>
              <a:gdLst/>
              <a:ahLst/>
              <a:cxnLst/>
              <a:rect l="l" t="t" r="r" b="b"/>
              <a:pathLst>
                <a:path w="17533238" h="7489317">
                  <a:moveTo>
                    <a:pt x="0" y="0"/>
                  </a:moveTo>
                  <a:lnTo>
                    <a:pt x="17533238" y="0"/>
                  </a:lnTo>
                  <a:lnTo>
                    <a:pt x="17533238" y="7489317"/>
                  </a:lnTo>
                  <a:lnTo>
                    <a:pt x="0" y="74893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7571338" cy="7527417"/>
            </a:xfrm>
            <a:custGeom>
              <a:avLst/>
              <a:gdLst/>
              <a:ahLst/>
              <a:cxnLst/>
              <a:rect l="l" t="t" r="r" b="b"/>
              <a:pathLst>
                <a:path w="17571338" h="7527417">
                  <a:moveTo>
                    <a:pt x="19050" y="0"/>
                  </a:moveTo>
                  <a:lnTo>
                    <a:pt x="17552288" y="0"/>
                  </a:lnTo>
                  <a:cubicBezTo>
                    <a:pt x="17562829" y="0"/>
                    <a:pt x="17571338" y="8509"/>
                    <a:pt x="17571338" y="19050"/>
                  </a:cubicBezTo>
                  <a:lnTo>
                    <a:pt x="17571338" y="7508367"/>
                  </a:lnTo>
                  <a:cubicBezTo>
                    <a:pt x="17571338" y="7518908"/>
                    <a:pt x="17562829" y="7527417"/>
                    <a:pt x="17552288" y="7527417"/>
                  </a:cubicBezTo>
                  <a:lnTo>
                    <a:pt x="19050" y="7527417"/>
                  </a:lnTo>
                  <a:cubicBezTo>
                    <a:pt x="8509" y="7527417"/>
                    <a:pt x="0" y="7518908"/>
                    <a:pt x="0" y="750836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7508367"/>
                  </a:lnTo>
                  <a:lnTo>
                    <a:pt x="19050" y="7508367"/>
                  </a:lnTo>
                  <a:lnTo>
                    <a:pt x="19050" y="7489317"/>
                  </a:lnTo>
                  <a:lnTo>
                    <a:pt x="17552288" y="7489317"/>
                  </a:lnTo>
                  <a:lnTo>
                    <a:pt x="17552288" y="7508367"/>
                  </a:lnTo>
                  <a:lnTo>
                    <a:pt x="17533238" y="7508367"/>
                  </a:lnTo>
                  <a:lnTo>
                    <a:pt x="17533238" y="19050"/>
                  </a:lnTo>
                  <a:lnTo>
                    <a:pt x="17552288" y="19050"/>
                  </a:lnTo>
                  <a:lnTo>
                    <a:pt x="17552288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4965" y="1481791"/>
            <a:ext cx="252823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000000"/>
                </a:solidFill>
                <a:latin typeface="Arimo Bold"/>
              </a:rPr>
              <a:t>ADD SUBMISSION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46706" y="2758908"/>
            <a:ext cx="2088739" cy="343515"/>
            <a:chOff x="0" y="0"/>
            <a:chExt cx="4177478" cy="687030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4139311" cy="648970"/>
            </a:xfrm>
            <a:custGeom>
              <a:avLst/>
              <a:gdLst/>
              <a:ahLst/>
              <a:cxnLst/>
              <a:rect l="l" t="t" r="r" b="b"/>
              <a:pathLst>
                <a:path w="4139311" h="648970">
                  <a:moveTo>
                    <a:pt x="0" y="108204"/>
                  </a:moveTo>
                  <a:cubicBezTo>
                    <a:pt x="0" y="48514"/>
                    <a:pt x="50800" y="0"/>
                    <a:pt x="113411" y="0"/>
                  </a:cubicBezTo>
                  <a:lnTo>
                    <a:pt x="4025900" y="0"/>
                  </a:lnTo>
                  <a:cubicBezTo>
                    <a:pt x="4088511" y="0"/>
                    <a:pt x="4139311" y="48387"/>
                    <a:pt x="4139311" y="108204"/>
                  </a:cubicBezTo>
                  <a:lnTo>
                    <a:pt x="4139311" y="540766"/>
                  </a:lnTo>
                  <a:cubicBezTo>
                    <a:pt x="4139311" y="600456"/>
                    <a:pt x="4088511" y="648970"/>
                    <a:pt x="4025900" y="648970"/>
                  </a:cubicBezTo>
                  <a:lnTo>
                    <a:pt x="113411" y="648970"/>
                  </a:lnTo>
                  <a:cubicBezTo>
                    <a:pt x="50800" y="648970"/>
                    <a:pt x="0" y="600583"/>
                    <a:pt x="0" y="540766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4177411" cy="687070"/>
            </a:xfrm>
            <a:custGeom>
              <a:avLst/>
              <a:gdLst/>
              <a:ahLst/>
              <a:cxnLst/>
              <a:rect l="l" t="t" r="r" b="b"/>
              <a:pathLst>
                <a:path w="4177411" h="687070">
                  <a:moveTo>
                    <a:pt x="0" y="127254"/>
                  </a:moveTo>
                  <a:cubicBezTo>
                    <a:pt x="0" y="56134"/>
                    <a:pt x="60198" y="0"/>
                    <a:pt x="132461" y="0"/>
                  </a:cubicBezTo>
                  <a:lnTo>
                    <a:pt x="4044950" y="0"/>
                  </a:lnTo>
                  <a:lnTo>
                    <a:pt x="4044950" y="19050"/>
                  </a:lnTo>
                  <a:lnTo>
                    <a:pt x="4044950" y="0"/>
                  </a:lnTo>
                  <a:cubicBezTo>
                    <a:pt x="4117213" y="0"/>
                    <a:pt x="4177411" y="56134"/>
                    <a:pt x="4177411" y="127254"/>
                  </a:cubicBezTo>
                  <a:lnTo>
                    <a:pt x="4158361" y="127254"/>
                  </a:lnTo>
                  <a:lnTo>
                    <a:pt x="4177411" y="127254"/>
                  </a:lnTo>
                  <a:lnTo>
                    <a:pt x="4177411" y="559816"/>
                  </a:lnTo>
                  <a:lnTo>
                    <a:pt x="4158361" y="559816"/>
                  </a:lnTo>
                  <a:lnTo>
                    <a:pt x="4177411" y="559816"/>
                  </a:lnTo>
                  <a:cubicBezTo>
                    <a:pt x="4177411" y="630936"/>
                    <a:pt x="4117213" y="687070"/>
                    <a:pt x="4044950" y="687070"/>
                  </a:cubicBezTo>
                  <a:lnTo>
                    <a:pt x="4044950" y="668020"/>
                  </a:lnTo>
                  <a:lnTo>
                    <a:pt x="4044950" y="687070"/>
                  </a:lnTo>
                  <a:lnTo>
                    <a:pt x="132461" y="687070"/>
                  </a:lnTo>
                  <a:lnTo>
                    <a:pt x="132461" y="668020"/>
                  </a:lnTo>
                  <a:lnTo>
                    <a:pt x="132461" y="687070"/>
                  </a:lnTo>
                  <a:cubicBezTo>
                    <a:pt x="60198" y="687070"/>
                    <a:pt x="0" y="630936"/>
                    <a:pt x="0" y="559816"/>
                  </a:cubicBezTo>
                  <a:lnTo>
                    <a:pt x="0" y="127254"/>
                  </a:lnTo>
                  <a:lnTo>
                    <a:pt x="19050" y="127254"/>
                  </a:lnTo>
                  <a:lnTo>
                    <a:pt x="0" y="127254"/>
                  </a:lnTo>
                  <a:moveTo>
                    <a:pt x="38100" y="127254"/>
                  </a:moveTo>
                  <a:lnTo>
                    <a:pt x="38100" y="559816"/>
                  </a:lnTo>
                  <a:lnTo>
                    <a:pt x="19050" y="559816"/>
                  </a:lnTo>
                  <a:lnTo>
                    <a:pt x="38100" y="559816"/>
                  </a:lnTo>
                  <a:cubicBezTo>
                    <a:pt x="38100" y="608203"/>
                    <a:pt x="79502" y="648970"/>
                    <a:pt x="132461" y="648970"/>
                  </a:cubicBezTo>
                  <a:lnTo>
                    <a:pt x="4044950" y="648970"/>
                  </a:lnTo>
                  <a:cubicBezTo>
                    <a:pt x="4097909" y="648970"/>
                    <a:pt x="4139311" y="608203"/>
                    <a:pt x="4139311" y="559816"/>
                  </a:cubicBezTo>
                  <a:lnTo>
                    <a:pt x="4139311" y="127254"/>
                  </a:lnTo>
                  <a:cubicBezTo>
                    <a:pt x="4139311" y="78867"/>
                    <a:pt x="4097909" y="38100"/>
                    <a:pt x="4044950" y="38100"/>
                  </a:cubicBezTo>
                  <a:lnTo>
                    <a:pt x="132461" y="38100"/>
                  </a:lnTo>
                  <a:lnTo>
                    <a:pt x="132461" y="19050"/>
                  </a:lnTo>
                  <a:lnTo>
                    <a:pt x="132461" y="38100"/>
                  </a:lnTo>
                  <a:cubicBezTo>
                    <a:pt x="79502" y="38100"/>
                    <a:pt x="38100" y="78867"/>
                    <a:pt x="38100" y="127254"/>
                  </a:cubicBezTo>
                  <a:close/>
                </a:path>
              </a:pathLst>
            </a:custGeom>
            <a:solidFill>
              <a:srgbClr val="8080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177478" cy="706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Choose XML file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352894" y="2789670"/>
            <a:ext cx="1486213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"/>
              </a:rPr>
              <a:t>No file chosen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221132" y="3205843"/>
            <a:ext cx="2088739" cy="343515"/>
            <a:chOff x="0" y="0"/>
            <a:chExt cx="4177478" cy="687030"/>
          </a:xfrm>
        </p:grpSpPr>
        <p:sp>
          <p:nvSpPr>
            <p:cNvPr id="13" name="Freeform 13"/>
            <p:cNvSpPr/>
            <p:nvPr/>
          </p:nvSpPr>
          <p:spPr>
            <a:xfrm>
              <a:off x="19050" y="19050"/>
              <a:ext cx="4139311" cy="648970"/>
            </a:xfrm>
            <a:custGeom>
              <a:avLst/>
              <a:gdLst/>
              <a:ahLst/>
              <a:cxnLst/>
              <a:rect l="l" t="t" r="r" b="b"/>
              <a:pathLst>
                <a:path w="4139311" h="648970">
                  <a:moveTo>
                    <a:pt x="0" y="108204"/>
                  </a:moveTo>
                  <a:cubicBezTo>
                    <a:pt x="0" y="48514"/>
                    <a:pt x="50800" y="0"/>
                    <a:pt x="113411" y="0"/>
                  </a:cubicBezTo>
                  <a:lnTo>
                    <a:pt x="4025900" y="0"/>
                  </a:lnTo>
                  <a:cubicBezTo>
                    <a:pt x="4088511" y="0"/>
                    <a:pt x="4139311" y="48387"/>
                    <a:pt x="4139311" y="108204"/>
                  </a:cubicBezTo>
                  <a:lnTo>
                    <a:pt x="4139311" y="540766"/>
                  </a:lnTo>
                  <a:cubicBezTo>
                    <a:pt x="4139311" y="600456"/>
                    <a:pt x="4088511" y="648970"/>
                    <a:pt x="4025900" y="648970"/>
                  </a:cubicBezTo>
                  <a:lnTo>
                    <a:pt x="113411" y="648970"/>
                  </a:lnTo>
                  <a:cubicBezTo>
                    <a:pt x="50800" y="648970"/>
                    <a:pt x="0" y="600583"/>
                    <a:pt x="0" y="540766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177411" cy="687070"/>
            </a:xfrm>
            <a:custGeom>
              <a:avLst/>
              <a:gdLst/>
              <a:ahLst/>
              <a:cxnLst/>
              <a:rect l="l" t="t" r="r" b="b"/>
              <a:pathLst>
                <a:path w="4177411" h="687070">
                  <a:moveTo>
                    <a:pt x="0" y="127254"/>
                  </a:moveTo>
                  <a:cubicBezTo>
                    <a:pt x="0" y="56134"/>
                    <a:pt x="60198" y="0"/>
                    <a:pt x="132461" y="0"/>
                  </a:cubicBezTo>
                  <a:lnTo>
                    <a:pt x="4044950" y="0"/>
                  </a:lnTo>
                  <a:lnTo>
                    <a:pt x="4044950" y="19050"/>
                  </a:lnTo>
                  <a:lnTo>
                    <a:pt x="4044950" y="0"/>
                  </a:lnTo>
                  <a:cubicBezTo>
                    <a:pt x="4117213" y="0"/>
                    <a:pt x="4177411" y="56134"/>
                    <a:pt x="4177411" y="127254"/>
                  </a:cubicBezTo>
                  <a:lnTo>
                    <a:pt x="4158361" y="127254"/>
                  </a:lnTo>
                  <a:lnTo>
                    <a:pt x="4177411" y="127254"/>
                  </a:lnTo>
                  <a:lnTo>
                    <a:pt x="4177411" y="559816"/>
                  </a:lnTo>
                  <a:lnTo>
                    <a:pt x="4158361" y="559816"/>
                  </a:lnTo>
                  <a:lnTo>
                    <a:pt x="4177411" y="559816"/>
                  </a:lnTo>
                  <a:cubicBezTo>
                    <a:pt x="4177411" y="630936"/>
                    <a:pt x="4117213" y="687070"/>
                    <a:pt x="4044950" y="687070"/>
                  </a:cubicBezTo>
                  <a:lnTo>
                    <a:pt x="4044950" y="668020"/>
                  </a:lnTo>
                  <a:lnTo>
                    <a:pt x="4044950" y="687070"/>
                  </a:lnTo>
                  <a:lnTo>
                    <a:pt x="132461" y="687070"/>
                  </a:lnTo>
                  <a:lnTo>
                    <a:pt x="132461" y="668020"/>
                  </a:lnTo>
                  <a:lnTo>
                    <a:pt x="132461" y="687070"/>
                  </a:lnTo>
                  <a:cubicBezTo>
                    <a:pt x="60198" y="687070"/>
                    <a:pt x="0" y="630936"/>
                    <a:pt x="0" y="559816"/>
                  </a:cubicBezTo>
                  <a:lnTo>
                    <a:pt x="0" y="127254"/>
                  </a:lnTo>
                  <a:lnTo>
                    <a:pt x="19050" y="127254"/>
                  </a:lnTo>
                  <a:lnTo>
                    <a:pt x="0" y="127254"/>
                  </a:lnTo>
                  <a:moveTo>
                    <a:pt x="38100" y="127254"/>
                  </a:moveTo>
                  <a:lnTo>
                    <a:pt x="38100" y="559816"/>
                  </a:lnTo>
                  <a:lnTo>
                    <a:pt x="19050" y="559816"/>
                  </a:lnTo>
                  <a:lnTo>
                    <a:pt x="38100" y="559816"/>
                  </a:lnTo>
                  <a:cubicBezTo>
                    <a:pt x="38100" y="608203"/>
                    <a:pt x="79502" y="648970"/>
                    <a:pt x="132461" y="648970"/>
                  </a:cubicBezTo>
                  <a:lnTo>
                    <a:pt x="4044950" y="648970"/>
                  </a:lnTo>
                  <a:cubicBezTo>
                    <a:pt x="4097909" y="648970"/>
                    <a:pt x="4139311" y="608203"/>
                    <a:pt x="4139311" y="559816"/>
                  </a:cubicBezTo>
                  <a:lnTo>
                    <a:pt x="4139311" y="127254"/>
                  </a:lnTo>
                  <a:cubicBezTo>
                    <a:pt x="4139311" y="78867"/>
                    <a:pt x="4097909" y="38100"/>
                    <a:pt x="4044950" y="38100"/>
                  </a:cubicBezTo>
                  <a:lnTo>
                    <a:pt x="132461" y="38100"/>
                  </a:lnTo>
                  <a:lnTo>
                    <a:pt x="132461" y="19050"/>
                  </a:lnTo>
                  <a:lnTo>
                    <a:pt x="132461" y="38100"/>
                  </a:lnTo>
                  <a:cubicBezTo>
                    <a:pt x="79502" y="38100"/>
                    <a:pt x="38100" y="78867"/>
                    <a:pt x="38100" y="127254"/>
                  </a:cubicBezTo>
                  <a:close/>
                </a:path>
              </a:pathLst>
            </a:custGeom>
            <a:solidFill>
              <a:srgbClr val="8080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177478" cy="706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Reload XML file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26431" y="5616870"/>
            <a:ext cx="2088739" cy="343515"/>
            <a:chOff x="0" y="0"/>
            <a:chExt cx="4177478" cy="687030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4139311" cy="648970"/>
            </a:xfrm>
            <a:custGeom>
              <a:avLst/>
              <a:gdLst/>
              <a:ahLst/>
              <a:cxnLst/>
              <a:rect l="l" t="t" r="r" b="b"/>
              <a:pathLst>
                <a:path w="4139311" h="648970">
                  <a:moveTo>
                    <a:pt x="0" y="108204"/>
                  </a:moveTo>
                  <a:cubicBezTo>
                    <a:pt x="0" y="48514"/>
                    <a:pt x="50800" y="0"/>
                    <a:pt x="113411" y="0"/>
                  </a:cubicBezTo>
                  <a:lnTo>
                    <a:pt x="4025900" y="0"/>
                  </a:lnTo>
                  <a:cubicBezTo>
                    <a:pt x="4088511" y="0"/>
                    <a:pt x="4139311" y="48387"/>
                    <a:pt x="4139311" y="108204"/>
                  </a:cubicBezTo>
                  <a:lnTo>
                    <a:pt x="4139311" y="540766"/>
                  </a:lnTo>
                  <a:cubicBezTo>
                    <a:pt x="4139311" y="600456"/>
                    <a:pt x="4088511" y="648970"/>
                    <a:pt x="4025900" y="648970"/>
                  </a:cubicBezTo>
                  <a:lnTo>
                    <a:pt x="113411" y="648970"/>
                  </a:lnTo>
                  <a:cubicBezTo>
                    <a:pt x="50800" y="648970"/>
                    <a:pt x="0" y="600583"/>
                    <a:pt x="0" y="540766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4177411" cy="687070"/>
            </a:xfrm>
            <a:custGeom>
              <a:avLst/>
              <a:gdLst/>
              <a:ahLst/>
              <a:cxnLst/>
              <a:rect l="l" t="t" r="r" b="b"/>
              <a:pathLst>
                <a:path w="4177411" h="687070">
                  <a:moveTo>
                    <a:pt x="0" y="127254"/>
                  </a:moveTo>
                  <a:cubicBezTo>
                    <a:pt x="0" y="56134"/>
                    <a:pt x="60198" y="0"/>
                    <a:pt x="132461" y="0"/>
                  </a:cubicBezTo>
                  <a:lnTo>
                    <a:pt x="4044950" y="0"/>
                  </a:lnTo>
                  <a:lnTo>
                    <a:pt x="4044950" y="19050"/>
                  </a:lnTo>
                  <a:lnTo>
                    <a:pt x="4044950" y="0"/>
                  </a:lnTo>
                  <a:cubicBezTo>
                    <a:pt x="4117213" y="0"/>
                    <a:pt x="4177411" y="56134"/>
                    <a:pt x="4177411" y="127254"/>
                  </a:cubicBezTo>
                  <a:lnTo>
                    <a:pt x="4158361" y="127254"/>
                  </a:lnTo>
                  <a:lnTo>
                    <a:pt x="4177411" y="127254"/>
                  </a:lnTo>
                  <a:lnTo>
                    <a:pt x="4177411" y="559816"/>
                  </a:lnTo>
                  <a:lnTo>
                    <a:pt x="4158361" y="559816"/>
                  </a:lnTo>
                  <a:lnTo>
                    <a:pt x="4177411" y="559816"/>
                  </a:lnTo>
                  <a:cubicBezTo>
                    <a:pt x="4177411" y="630936"/>
                    <a:pt x="4117213" y="687070"/>
                    <a:pt x="4044950" y="687070"/>
                  </a:cubicBezTo>
                  <a:lnTo>
                    <a:pt x="4044950" y="668020"/>
                  </a:lnTo>
                  <a:lnTo>
                    <a:pt x="4044950" y="687070"/>
                  </a:lnTo>
                  <a:lnTo>
                    <a:pt x="132461" y="687070"/>
                  </a:lnTo>
                  <a:lnTo>
                    <a:pt x="132461" y="668020"/>
                  </a:lnTo>
                  <a:lnTo>
                    <a:pt x="132461" y="687070"/>
                  </a:lnTo>
                  <a:cubicBezTo>
                    <a:pt x="60198" y="687070"/>
                    <a:pt x="0" y="630936"/>
                    <a:pt x="0" y="559816"/>
                  </a:cubicBezTo>
                  <a:lnTo>
                    <a:pt x="0" y="127254"/>
                  </a:lnTo>
                  <a:lnTo>
                    <a:pt x="19050" y="127254"/>
                  </a:lnTo>
                  <a:lnTo>
                    <a:pt x="0" y="127254"/>
                  </a:lnTo>
                  <a:moveTo>
                    <a:pt x="38100" y="127254"/>
                  </a:moveTo>
                  <a:lnTo>
                    <a:pt x="38100" y="559816"/>
                  </a:lnTo>
                  <a:lnTo>
                    <a:pt x="19050" y="559816"/>
                  </a:lnTo>
                  <a:lnTo>
                    <a:pt x="38100" y="559816"/>
                  </a:lnTo>
                  <a:cubicBezTo>
                    <a:pt x="38100" y="608203"/>
                    <a:pt x="79502" y="648970"/>
                    <a:pt x="132461" y="648970"/>
                  </a:cubicBezTo>
                  <a:lnTo>
                    <a:pt x="4044950" y="648970"/>
                  </a:lnTo>
                  <a:cubicBezTo>
                    <a:pt x="4097909" y="648970"/>
                    <a:pt x="4139311" y="608203"/>
                    <a:pt x="4139311" y="559816"/>
                  </a:cubicBezTo>
                  <a:lnTo>
                    <a:pt x="4139311" y="127254"/>
                  </a:lnTo>
                  <a:cubicBezTo>
                    <a:pt x="4139311" y="78867"/>
                    <a:pt x="4097909" y="38100"/>
                    <a:pt x="4044950" y="38100"/>
                  </a:cubicBezTo>
                  <a:lnTo>
                    <a:pt x="132461" y="38100"/>
                  </a:lnTo>
                  <a:lnTo>
                    <a:pt x="132461" y="19050"/>
                  </a:lnTo>
                  <a:lnTo>
                    <a:pt x="132461" y="38100"/>
                  </a:lnTo>
                  <a:cubicBezTo>
                    <a:pt x="79502" y="38100"/>
                    <a:pt x="38100" y="78867"/>
                    <a:pt x="38100" y="127254"/>
                  </a:cubicBezTo>
                  <a:close/>
                </a:path>
              </a:pathLst>
            </a:custGeom>
            <a:solidFill>
              <a:srgbClr val="8080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177478" cy="7060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Upload XML file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466604" y="5644174"/>
            <a:ext cx="2639349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"/>
              </a:rPr>
              <a:t>Successfully Loaded: true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35627" y="2412076"/>
            <a:ext cx="2203759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0000"/>
                </a:solidFill>
                <a:latin typeface="Arimo"/>
              </a:rPr>
              <a:t>Attachment</a:t>
            </a:r>
          </a:p>
        </p:txBody>
      </p:sp>
      <p:sp>
        <p:nvSpPr>
          <p:cNvPr id="22" name="Freeform 22" descr="Download outline"/>
          <p:cNvSpPr/>
          <p:nvPr/>
        </p:nvSpPr>
        <p:spPr>
          <a:xfrm>
            <a:off x="2855218" y="1966132"/>
            <a:ext cx="401014" cy="401014"/>
          </a:xfrm>
          <a:custGeom>
            <a:avLst/>
            <a:gdLst/>
            <a:ahLst/>
            <a:cxnLst/>
            <a:rect l="l" t="t" r="r" b="b"/>
            <a:pathLst>
              <a:path w="601521" h="601521">
                <a:moveTo>
                  <a:pt x="0" y="0"/>
                </a:moveTo>
                <a:lnTo>
                  <a:pt x="601520" y="0"/>
                </a:lnTo>
                <a:lnTo>
                  <a:pt x="601520" y="601521"/>
                </a:lnTo>
                <a:lnTo>
                  <a:pt x="0" y="601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214966" y="1789568"/>
            <a:ext cx="1729613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595959"/>
                </a:solidFill>
                <a:latin typeface="Arimo"/>
              </a:rPr>
              <a:t>File submissions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180901" y="6215520"/>
            <a:ext cx="2088739" cy="536329"/>
            <a:chOff x="0" y="0"/>
            <a:chExt cx="4177478" cy="1072658"/>
          </a:xfrm>
        </p:grpSpPr>
        <p:sp>
          <p:nvSpPr>
            <p:cNvPr id="25" name="Freeform 25"/>
            <p:cNvSpPr/>
            <p:nvPr/>
          </p:nvSpPr>
          <p:spPr>
            <a:xfrm>
              <a:off x="19050" y="19050"/>
              <a:ext cx="4139438" cy="1034542"/>
            </a:xfrm>
            <a:custGeom>
              <a:avLst/>
              <a:gdLst/>
              <a:ahLst/>
              <a:cxnLst/>
              <a:rect l="l" t="t" r="r" b="b"/>
              <a:pathLst>
                <a:path w="4139438" h="1034542">
                  <a:moveTo>
                    <a:pt x="0" y="172466"/>
                  </a:moveTo>
                  <a:cubicBezTo>
                    <a:pt x="0" y="77216"/>
                    <a:pt x="79375" y="0"/>
                    <a:pt x="177165" y="0"/>
                  </a:cubicBezTo>
                  <a:lnTo>
                    <a:pt x="3962273" y="0"/>
                  </a:lnTo>
                  <a:cubicBezTo>
                    <a:pt x="4060063" y="0"/>
                    <a:pt x="4139438" y="77216"/>
                    <a:pt x="4139438" y="172466"/>
                  </a:cubicBezTo>
                  <a:lnTo>
                    <a:pt x="4139438" y="862076"/>
                  </a:lnTo>
                  <a:cubicBezTo>
                    <a:pt x="4139438" y="957326"/>
                    <a:pt x="4060063" y="1034542"/>
                    <a:pt x="3962273" y="1034542"/>
                  </a:cubicBezTo>
                  <a:lnTo>
                    <a:pt x="177165" y="1034542"/>
                  </a:lnTo>
                  <a:cubicBezTo>
                    <a:pt x="79375" y="1034542"/>
                    <a:pt x="0" y="957326"/>
                    <a:pt x="0" y="862076"/>
                  </a:cubicBezTo>
                  <a:close/>
                </a:path>
              </a:pathLst>
            </a:custGeom>
            <a:solidFill>
              <a:srgbClr val="3A3A3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4177538" cy="1072642"/>
            </a:xfrm>
            <a:custGeom>
              <a:avLst/>
              <a:gdLst/>
              <a:ahLst/>
              <a:cxnLst/>
              <a:rect l="l" t="t" r="r" b="b"/>
              <a:pathLst>
                <a:path w="4177538" h="1072642">
                  <a:moveTo>
                    <a:pt x="0" y="191516"/>
                  </a:moveTo>
                  <a:cubicBezTo>
                    <a:pt x="0" y="85217"/>
                    <a:pt x="88392" y="0"/>
                    <a:pt x="196215" y="0"/>
                  </a:cubicBezTo>
                  <a:lnTo>
                    <a:pt x="3981323" y="0"/>
                  </a:lnTo>
                  <a:lnTo>
                    <a:pt x="3981323" y="19050"/>
                  </a:lnTo>
                  <a:lnTo>
                    <a:pt x="3981323" y="0"/>
                  </a:lnTo>
                  <a:cubicBezTo>
                    <a:pt x="4089146" y="0"/>
                    <a:pt x="4177538" y="85217"/>
                    <a:pt x="4177538" y="191516"/>
                  </a:cubicBezTo>
                  <a:lnTo>
                    <a:pt x="4158488" y="191516"/>
                  </a:lnTo>
                  <a:lnTo>
                    <a:pt x="4177538" y="191516"/>
                  </a:lnTo>
                  <a:lnTo>
                    <a:pt x="4177538" y="881126"/>
                  </a:lnTo>
                  <a:lnTo>
                    <a:pt x="4158488" y="881126"/>
                  </a:lnTo>
                  <a:lnTo>
                    <a:pt x="4177538" y="881126"/>
                  </a:lnTo>
                  <a:cubicBezTo>
                    <a:pt x="4177538" y="987298"/>
                    <a:pt x="4089146" y="1072642"/>
                    <a:pt x="3981323" y="1072642"/>
                  </a:cubicBezTo>
                  <a:lnTo>
                    <a:pt x="3981323" y="1053592"/>
                  </a:lnTo>
                  <a:lnTo>
                    <a:pt x="3981323" y="1072642"/>
                  </a:lnTo>
                  <a:lnTo>
                    <a:pt x="196215" y="1072642"/>
                  </a:lnTo>
                  <a:lnTo>
                    <a:pt x="196215" y="1053592"/>
                  </a:lnTo>
                  <a:lnTo>
                    <a:pt x="196215" y="1072642"/>
                  </a:lnTo>
                  <a:cubicBezTo>
                    <a:pt x="88392" y="1072642"/>
                    <a:pt x="0" y="987425"/>
                    <a:pt x="0" y="881126"/>
                  </a:cubicBezTo>
                  <a:lnTo>
                    <a:pt x="0" y="191516"/>
                  </a:lnTo>
                  <a:lnTo>
                    <a:pt x="19050" y="191516"/>
                  </a:lnTo>
                  <a:lnTo>
                    <a:pt x="0" y="191516"/>
                  </a:lnTo>
                  <a:moveTo>
                    <a:pt x="38100" y="191516"/>
                  </a:moveTo>
                  <a:lnTo>
                    <a:pt x="38100" y="881126"/>
                  </a:lnTo>
                  <a:lnTo>
                    <a:pt x="19050" y="881126"/>
                  </a:lnTo>
                  <a:lnTo>
                    <a:pt x="38100" y="881126"/>
                  </a:lnTo>
                  <a:cubicBezTo>
                    <a:pt x="38100" y="965327"/>
                    <a:pt x="108458" y="1034542"/>
                    <a:pt x="196215" y="1034542"/>
                  </a:cubicBezTo>
                  <a:lnTo>
                    <a:pt x="3981323" y="1034542"/>
                  </a:lnTo>
                  <a:cubicBezTo>
                    <a:pt x="4069080" y="1034542"/>
                    <a:pt x="4139438" y="965327"/>
                    <a:pt x="4139438" y="881126"/>
                  </a:cubicBezTo>
                  <a:lnTo>
                    <a:pt x="4139438" y="191516"/>
                  </a:lnTo>
                  <a:cubicBezTo>
                    <a:pt x="4139438" y="107315"/>
                    <a:pt x="4069080" y="38100"/>
                    <a:pt x="3981323" y="38100"/>
                  </a:cubicBezTo>
                  <a:lnTo>
                    <a:pt x="196215" y="38100"/>
                  </a:lnTo>
                  <a:lnTo>
                    <a:pt x="196215" y="19050"/>
                  </a:lnTo>
                  <a:lnTo>
                    <a:pt x="196215" y="38100"/>
                  </a:lnTo>
                  <a:cubicBezTo>
                    <a:pt x="108458" y="38100"/>
                    <a:pt x="38100" y="107315"/>
                    <a:pt x="38100" y="191516"/>
                  </a:cubicBezTo>
                  <a:close/>
                </a:path>
              </a:pathLst>
            </a:custGeom>
            <a:solidFill>
              <a:srgbClr val="8080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177478" cy="10917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>
                  <a:solidFill>
                    <a:srgbClr val="FFFFFF"/>
                  </a:solidFill>
                  <a:latin typeface="Arimo"/>
                </a:rPr>
                <a:t>Save Changes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42632" y="6215521"/>
            <a:ext cx="2088739" cy="492204"/>
            <a:chOff x="0" y="0"/>
            <a:chExt cx="4177478" cy="984408"/>
          </a:xfrm>
        </p:grpSpPr>
        <p:sp>
          <p:nvSpPr>
            <p:cNvPr id="29" name="Freeform 29"/>
            <p:cNvSpPr/>
            <p:nvPr/>
          </p:nvSpPr>
          <p:spPr>
            <a:xfrm>
              <a:off x="19050" y="19050"/>
              <a:ext cx="4139311" cy="946277"/>
            </a:xfrm>
            <a:custGeom>
              <a:avLst/>
              <a:gdLst/>
              <a:ahLst/>
              <a:cxnLst/>
              <a:rect l="l" t="t" r="r" b="b"/>
              <a:pathLst>
                <a:path w="4139311" h="946277">
                  <a:moveTo>
                    <a:pt x="0" y="157734"/>
                  </a:moveTo>
                  <a:cubicBezTo>
                    <a:pt x="0" y="70612"/>
                    <a:pt x="72771" y="0"/>
                    <a:pt x="162560" y="0"/>
                  </a:cubicBezTo>
                  <a:lnTo>
                    <a:pt x="3976751" y="0"/>
                  </a:lnTo>
                  <a:cubicBezTo>
                    <a:pt x="4066540" y="0"/>
                    <a:pt x="4139311" y="70612"/>
                    <a:pt x="4139311" y="157734"/>
                  </a:cubicBezTo>
                  <a:lnTo>
                    <a:pt x="4139311" y="788543"/>
                  </a:lnTo>
                  <a:cubicBezTo>
                    <a:pt x="4139311" y="875665"/>
                    <a:pt x="4066540" y="946277"/>
                    <a:pt x="3976751" y="946277"/>
                  </a:cubicBezTo>
                  <a:lnTo>
                    <a:pt x="162560" y="946277"/>
                  </a:lnTo>
                  <a:cubicBezTo>
                    <a:pt x="72771" y="946277"/>
                    <a:pt x="0" y="875665"/>
                    <a:pt x="0" y="788543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4177411" cy="984377"/>
            </a:xfrm>
            <a:custGeom>
              <a:avLst/>
              <a:gdLst/>
              <a:ahLst/>
              <a:cxnLst/>
              <a:rect l="l" t="t" r="r" b="b"/>
              <a:pathLst>
                <a:path w="4177411" h="984377">
                  <a:moveTo>
                    <a:pt x="0" y="176784"/>
                  </a:moveTo>
                  <a:cubicBezTo>
                    <a:pt x="0" y="78613"/>
                    <a:pt x="81915" y="0"/>
                    <a:pt x="181610" y="0"/>
                  </a:cubicBezTo>
                  <a:lnTo>
                    <a:pt x="3995801" y="0"/>
                  </a:lnTo>
                  <a:lnTo>
                    <a:pt x="3995801" y="19050"/>
                  </a:lnTo>
                  <a:lnTo>
                    <a:pt x="3995801" y="0"/>
                  </a:lnTo>
                  <a:cubicBezTo>
                    <a:pt x="4095623" y="0"/>
                    <a:pt x="4177411" y="78613"/>
                    <a:pt x="4177411" y="176784"/>
                  </a:cubicBezTo>
                  <a:lnTo>
                    <a:pt x="4158361" y="176784"/>
                  </a:lnTo>
                  <a:lnTo>
                    <a:pt x="4177411" y="176784"/>
                  </a:lnTo>
                  <a:lnTo>
                    <a:pt x="4177411" y="807593"/>
                  </a:lnTo>
                  <a:lnTo>
                    <a:pt x="4158361" y="807593"/>
                  </a:lnTo>
                  <a:lnTo>
                    <a:pt x="4177411" y="807593"/>
                  </a:lnTo>
                  <a:cubicBezTo>
                    <a:pt x="4177411" y="905764"/>
                    <a:pt x="4095496" y="984377"/>
                    <a:pt x="3995801" y="984377"/>
                  </a:cubicBezTo>
                  <a:lnTo>
                    <a:pt x="3995801" y="965327"/>
                  </a:lnTo>
                  <a:lnTo>
                    <a:pt x="3995801" y="984377"/>
                  </a:lnTo>
                  <a:lnTo>
                    <a:pt x="181610" y="984377"/>
                  </a:lnTo>
                  <a:lnTo>
                    <a:pt x="181610" y="965327"/>
                  </a:lnTo>
                  <a:lnTo>
                    <a:pt x="181610" y="984377"/>
                  </a:lnTo>
                  <a:cubicBezTo>
                    <a:pt x="81915" y="984377"/>
                    <a:pt x="0" y="905764"/>
                    <a:pt x="0" y="807593"/>
                  </a:cubicBezTo>
                  <a:lnTo>
                    <a:pt x="0" y="176784"/>
                  </a:lnTo>
                  <a:lnTo>
                    <a:pt x="19050" y="176784"/>
                  </a:lnTo>
                  <a:lnTo>
                    <a:pt x="0" y="176784"/>
                  </a:lnTo>
                  <a:moveTo>
                    <a:pt x="38100" y="176784"/>
                  </a:moveTo>
                  <a:lnTo>
                    <a:pt x="38100" y="807593"/>
                  </a:lnTo>
                  <a:lnTo>
                    <a:pt x="19050" y="807593"/>
                  </a:lnTo>
                  <a:lnTo>
                    <a:pt x="38100" y="807593"/>
                  </a:lnTo>
                  <a:cubicBezTo>
                    <a:pt x="38100" y="883666"/>
                    <a:pt x="101854" y="946277"/>
                    <a:pt x="181610" y="946277"/>
                  </a:cubicBezTo>
                  <a:lnTo>
                    <a:pt x="3995801" y="946277"/>
                  </a:lnTo>
                  <a:cubicBezTo>
                    <a:pt x="4075557" y="946277"/>
                    <a:pt x="4139311" y="883666"/>
                    <a:pt x="4139311" y="807593"/>
                  </a:cubicBezTo>
                  <a:lnTo>
                    <a:pt x="4139311" y="176784"/>
                  </a:lnTo>
                  <a:cubicBezTo>
                    <a:pt x="4139311" y="100711"/>
                    <a:pt x="4075557" y="38100"/>
                    <a:pt x="3995801" y="38100"/>
                  </a:cubicBezTo>
                  <a:lnTo>
                    <a:pt x="181610" y="38100"/>
                  </a:lnTo>
                  <a:lnTo>
                    <a:pt x="181610" y="19050"/>
                  </a:lnTo>
                  <a:lnTo>
                    <a:pt x="181610" y="38100"/>
                  </a:lnTo>
                  <a:cubicBezTo>
                    <a:pt x="101854" y="38100"/>
                    <a:pt x="38100" y="100711"/>
                    <a:pt x="38100" y="176784"/>
                  </a:cubicBezTo>
                  <a:close/>
                </a:path>
              </a:pathLst>
            </a:custGeom>
            <a:solidFill>
              <a:srgbClr val="8080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177478" cy="10034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>
                  <a:solidFill>
                    <a:srgbClr val="000000"/>
                  </a:solidFill>
                  <a:latin typeface="Arimo"/>
                </a:rPr>
                <a:t>Cancel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14965" y="219167"/>
            <a:ext cx="612350" cy="692842"/>
            <a:chOff x="0" y="0"/>
            <a:chExt cx="241916" cy="2737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36" name="Freeform 36"/>
          <p:cNvSpPr/>
          <p:nvPr/>
        </p:nvSpPr>
        <p:spPr>
          <a:xfrm>
            <a:off x="351390" y="219167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3" y="0"/>
                </a:lnTo>
                <a:lnTo>
                  <a:pt x="509253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A78DE-03BC-C55F-F784-6510AA1B04FD}"/>
              </a:ext>
            </a:extLst>
          </p:cNvPr>
          <p:cNvSpPr txBox="1"/>
          <p:nvPr/>
        </p:nvSpPr>
        <p:spPr>
          <a:xfrm>
            <a:off x="1106315" y="423755"/>
            <a:ext cx="19062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Enter Query 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F26AFE-070A-F1AE-2F94-6027AEC6BCC8}"/>
              </a:ext>
            </a:extLst>
          </p:cNvPr>
          <p:cNvSpPr txBox="1"/>
          <p:nvPr/>
        </p:nvSpPr>
        <p:spPr>
          <a:xfrm>
            <a:off x="9896168" y="998317"/>
            <a:ext cx="1647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 Results: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BC095-241C-6748-47D0-A87789EE5A65}"/>
              </a:ext>
            </a:extLst>
          </p:cNvPr>
          <p:cNvSpPr txBox="1"/>
          <p:nvPr/>
        </p:nvSpPr>
        <p:spPr>
          <a:xfrm>
            <a:off x="1238865" y="1181116"/>
            <a:ext cx="935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Query: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6EB49D-D2C7-9D4F-360E-2728A7C92E5C}"/>
              </a:ext>
            </a:extLst>
          </p:cNvPr>
          <p:cNvSpPr/>
          <p:nvPr/>
        </p:nvSpPr>
        <p:spPr>
          <a:xfrm>
            <a:off x="1371600" y="1778425"/>
            <a:ext cx="5722374" cy="19320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Enter your query here…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3702B-EF02-A551-E2EE-83BEE60D7E79}"/>
              </a:ext>
            </a:extLst>
          </p:cNvPr>
          <p:cNvSpPr txBox="1"/>
          <p:nvPr/>
        </p:nvSpPr>
        <p:spPr>
          <a:xfrm>
            <a:off x="1274844" y="4219858"/>
            <a:ext cx="126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Language: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F71662-DE6F-3738-E07A-FB5DEE930D95}"/>
              </a:ext>
            </a:extLst>
          </p:cNvPr>
          <p:cNvSpPr txBox="1"/>
          <p:nvPr/>
        </p:nvSpPr>
        <p:spPr>
          <a:xfrm>
            <a:off x="1274844" y="5117691"/>
            <a:ext cx="135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 Type: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E5D723-D1A1-2CCB-534C-95A9188F0222}"/>
              </a:ext>
            </a:extLst>
          </p:cNvPr>
          <p:cNvSpPr/>
          <p:nvPr/>
        </p:nvSpPr>
        <p:spPr>
          <a:xfrm>
            <a:off x="1371600" y="4556007"/>
            <a:ext cx="1358192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DFL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9ABB29-1E47-2BD7-69C8-BEAC6D7B200F}"/>
              </a:ext>
            </a:extLst>
          </p:cNvPr>
          <p:cNvSpPr/>
          <p:nvPr/>
        </p:nvSpPr>
        <p:spPr>
          <a:xfrm>
            <a:off x="1371600" y="5560143"/>
            <a:ext cx="1358192" cy="3693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Ad Hoc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C80B8D-3C8D-B7AD-B8AC-38FF0C97EBCA}"/>
              </a:ext>
            </a:extLst>
          </p:cNvPr>
          <p:cNvSpPr/>
          <p:nvPr/>
        </p:nvSpPr>
        <p:spPr>
          <a:xfrm>
            <a:off x="3012606" y="5564453"/>
            <a:ext cx="1942851" cy="36933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Query</a:t>
            </a:r>
          </a:p>
        </p:txBody>
      </p:sp>
      <p:pic>
        <p:nvPicPr>
          <p:cNvPr id="22" name="Graphic 21" descr="Caret Down outline">
            <a:extLst>
              <a:ext uri="{FF2B5EF4-FFF2-40B4-BE49-F238E27FC236}">
                <a16:creationId xmlns:a16="http://schemas.microsoft.com/office/drawing/2014/main" id="{7F736EDE-09A9-33A2-878C-2AD844D77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2483" y="4596876"/>
            <a:ext cx="287594" cy="287594"/>
          </a:xfrm>
          <a:prstGeom prst="rect">
            <a:avLst/>
          </a:prstGeom>
        </p:spPr>
      </p:pic>
      <p:pic>
        <p:nvPicPr>
          <p:cNvPr id="23" name="Graphic 22" descr="Caret Down outline">
            <a:extLst>
              <a:ext uri="{FF2B5EF4-FFF2-40B4-BE49-F238E27FC236}">
                <a16:creationId xmlns:a16="http://schemas.microsoft.com/office/drawing/2014/main" id="{63A983CA-3F2B-AB03-3045-B4AB74A700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4101" y="5641881"/>
            <a:ext cx="287594" cy="28759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4B8983E-1426-A071-2271-5ABBA09A2E93}"/>
              </a:ext>
            </a:extLst>
          </p:cNvPr>
          <p:cNvSpPr/>
          <p:nvPr/>
        </p:nvSpPr>
        <p:spPr>
          <a:xfrm>
            <a:off x="1371600" y="3783584"/>
            <a:ext cx="2138517" cy="36933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Overwrite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BB773D-7284-D981-0D6E-760573B19F42}"/>
              </a:ext>
            </a:extLst>
          </p:cNvPr>
          <p:cNvSpPr/>
          <p:nvPr/>
        </p:nvSpPr>
        <p:spPr>
          <a:xfrm>
            <a:off x="5293694" y="5560143"/>
            <a:ext cx="1942851" cy="36933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to text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47026-22E7-6EBB-158D-4C9F5E14CBF3}"/>
              </a:ext>
            </a:extLst>
          </p:cNvPr>
          <p:cNvSpPr txBox="1"/>
          <p:nvPr/>
        </p:nvSpPr>
        <p:spPr>
          <a:xfrm>
            <a:off x="6416159" y="371046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Help?</a:t>
            </a:r>
          </a:p>
        </p:txBody>
      </p:sp>
      <p:grpSp>
        <p:nvGrpSpPr>
          <p:cNvPr id="7" name="Group 36">
            <a:extLst>
              <a:ext uri="{FF2B5EF4-FFF2-40B4-BE49-F238E27FC236}">
                <a16:creationId xmlns:a16="http://schemas.microsoft.com/office/drawing/2014/main" id="{58950980-8CE3-BF3A-9636-16427776E4FF}"/>
              </a:ext>
            </a:extLst>
          </p:cNvPr>
          <p:cNvGrpSpPr/>
          <p:nvPr/>
        </p:nvGrpSpPr>
        <p:grpSpPr>
          <a:xfrm>
            <a:off x="379625" y="201386"/>
            <a:ext cx="612350" cy="692842"/>
            <a:chOff x="0" y="0"/>
            <a:chExt cx="241916" cy="273715"/>
          </a:xfrm>
        </p:grpSpPr>
        <p:sp>
          <p:nvSpPr>
            <p:cNvPr id="8" name="Freeform 37">
              <a:extLst>
                <a:ext uri="{FF2B5EF4-FFF2-40B4-BE49-F238E27FC236}">
                  <a16:creationId xmlns:a16="http://schemas.microsoft.com/office/drawing/2014/main" id="{85592DDF-DB3D-5EB4-B8E4-F26D7047F807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Box 38">
              <a:extLst>
                <a:ext uri="{FF2B5EF4-FFF2-40B4-BE49-F238E27FC236}">
                  <a16:creationId xmlns:a16="http://schemas.microsoft.com/office/drawing/2014/main" id="{5448B839-7310-A22E-11B9-28C2DC972DCA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4" name="Freeform 39">
            <a:extLst>
              <a:ext uri="{FF2B5EF4-FFF2-40B4-BE49-F238E27FC236}">
                <a16:creationId xmlns:a16="http://schemas.microsoft.com/office/drawing/2014/main" id="{C32E351A-A8C0-97CC-4371-28A2ACD6A0E0}"/>
              </a:ext>
            </a:extLst>
          </p:cNvPr>
          <p:cNvSpPr/>
          <p:nvPr/>
        </p:nvSpPr>
        <p:spPr>
          <a:xfrm>
            <a:off x="516050" y="201386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2" y="0"/>
                </a:lnTo>
                <a:lnTo>
                  <a:pt x="509252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36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28A3E6-C052-4590-64C5-C05CE77A7097}"/>
              </a:ext>
            </a:extLst>
          </p:cNvPr>
          <p:cNvSpPr txBox="1"/>
          <p:nvPr/>
        </p:nvSpPr>
        <p:spPr>
          <a:xfrm>
            <a:off x="1399086" y="286197"/>
            <a:ext cx="3320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Monthly Scenarios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53F6FA-FFBD-BF0B-E798-FC5E2A7D507F}"/>
              </a:ext>
            </a:extLst>
          </p:cNvPr>
          <p:cNvSpPr/>
          <p:nvPr/>
        </p:nvSpPr>
        <p:spPr>
          <a:xfrm>
            <a:off x="2487385" y="1732465"/>
            <a:ext cx="7797703" cy="376973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4E746C-F497-B325-2846-E216DC644DB3}"/>
              </a:ext>
            </a:extLst>
          </p:cNvPr>
          <p:cNvSpPr/>
          <p:nvPr/>
        </p:nvSpPr>
        <p:spPr>
          <a:xfrm>
            <a:off x="2600632" y="2101797"/>
            <a:ext cx="6990735" cy="45335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a month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958D5-F72D-6450-3657-023F427C5D97}"/>
              </a:ext>
            </a:extLst>
          </p:cNvPr>
          <p:cNvSpPr txBox="1"/>
          <p:nvPr/>
        </p:nvSpPr>
        <p:spPr>
          <a:xfrm>
            <a:off x="2597331" y="173246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Month:</a:t>
            </a:r>
          </a:p>
        </p:txBody>
      </p:sp>
      <p:pic>
        <p:nvPicPr>
          <p:cNvPr id="10" name="Graphic 9" descr="Caret Down outline">
            <a:extLst>
              <a:ext uri="{FF2B5EF4-FFF2-40B4-BE49-F238E27FC236}">
                <a16:creationId xmlns:a16="http://schemas.microsoft.com/office/drawing/2014/main" id="{A2CC4E37-F382-8759-44AA-75E6B4396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9076110" y="2101797"/>
            <a:ext cx="515257" cy="515257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027F70-48BB-AB26-F79B-1ABB8675FAFD}"/>
              </a:ext>
            </a:extLst>
          </p:cNvPr>
          <p:cNvSpPr/>
          <p:nvPr/>
        </p:nvSpPr>
        <p:spPr>
          <a:xfrm>
            <a:off x="8041265" y="4860702"/>
            <a:ext cx="2069689" cy="517279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Run Scenario</a:t>
            </a:r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6710FFB2-8CB4-20DC-2593-D093B0BDC9D2}"/>
              </a:ext>
            </a:extLst>
          </p:cNvPr>
          <p:cNvGrpSpPr/>
          <p:nvPr/>
        </p:nvGrpSpPr>
        <p:grpSpPr>
          <a:xfrm>
            <a:off x="379626" y="201386"/>
            <a:ext cx="612350" cy="692842"/>
            <a:chOff x="0" y="0"/>
            <a:chExt cx="241916" cy="273715"/>
          </a:xfrm>
        </p:grpSpPr>
        <p:sp>
          <p:nvSpPr>
            <p:cNvPr id="4" name="Freeform 37">
              <a:extLst>
                <a:ext uri="{FF2B5EF4-FFF2-40B4-BE49-F238E27FC236}">
                  <a16:creationId xmlns:a16="http://schemas.microsoft.com/office/drawing/2014/main" id="{9B260566-B95B-C5FE-07AC-4AAB4F4EBCEE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38">
              <a:extLst>
                <a:ext uri="{FF2B5EF4-FFF2-40B4-BE49-F238E27FC236}">
                  <a16:creationId xmlns:a16="http://schemas.microsoft.com/office/drawing/2014/main" id="{23D5956B-6CD5-49EB-C9C7-BE55061361F2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Freeform 39">
            <a:extLst>
              <a:ext uri="{FF2B5EF4-FFF2-40B4-BE49-F238E27FC236}">
                <a16:creationId xmlns:a16="http://schemas.microsoft.com/office/drawing/2014/main" id="{EC094403-B495-C751-04A3-CE42A359CB66}"/>
              </a:ext>
            </a:extLst>
          </p:cNvPr>
          <p:cNvSpPr/>
          <p:nvPr/>
        </p:nvSpPr>
        <p:spPr>
          <a:xfrm>
            <a:off x="516050" y="201386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2" y="0"/>
                </a:lnTo>
                <a:lnTo>
                  <a:pt x="509252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37">
            <a:extLst>
              <a:ext uri="{FF2B5EF4-FFF2-40B4-BE49-F238E27FC236}">
                <a16:creationId xmlns:a16="http://schemas.microsoft.com/office/drawing/2014/main" id="{7247C0FE-DB68-1588-1D4C-ABAED5591411}"/>
              </a:ext>
            </a:extLst>
          </p:cNvPr>
          <p:cNvSpPr/>
          <p:nvPr/>
        </p:nvSpPr>
        <p:spPr>
          <a:xfrm>
            <a:off x="5600790" y="4860702"/>
            <a:ext cx="2069656" cy="517279"/>
          </a:xfrm>
          <a:custGeom>
            <a:avLst/>
            <a:gdLst/>
            <a:ahLst/>
            <a:cxnLst/>
            <a:rect l="l" t="t" r="r" b="b"/>
            <a:pathLst>
              <a:path w="4139311" h="988693">
                <a:moveTo>
                  <a:pt x="0" y="164804"/>
                </a:moveTo>
                <a:cubicBezTo>
                  <a:pt x="0" y="73777"/>
                  <a:pt x="72771" y="0"/>
                  <a:pt x="162560" y="0"/>
                </a:cubicBezTo>
                <a:lnTo>
                  <a:pt x="3976751" y="0"/>
                </a:lnTo>
                <a:cubicBezTo>
                  <a:pt x="4066540" y="0"/>
                  <a:pt x="4139311" y="73777"/>
                  <a:pt x="4139311" y="164804"/>
                </a:cubicBezTo>
                <a:lnTo>
                  <a:pt x="4139311" y="823888"/>
                </a:lnTo>
                <a:cubicBezTo>
                  <a:pt x="4139311" y="914916"/>
                  <a:pt x="4066540" y="988693"/>
                  <a:pt x="3976751" y="988693"/>
                </a:cubicBezTo>
                <a:lnTo>
                  <a:pt x="162560" y="988693"/>
                </a:lnTo>
                <a:cubicBezTo>
                  <a:pt x="72771" y="988693"/>
                  <a:pt x="0" y="914916"/>
                  <a:pt x="0" y="823888"/>
                </a:cubicBezTo>
                <a:close/>
              </a:path>
            </a:pathLst>
          </a:custGeom>
          <a:solidFill>
            <a:srgbClr val="D9D9D9"/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/>
              <a:t>Back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9D490-AEA1-DA26-4664-1B52802C79D6}"/>
              </a:ext>
            </a:extLst>
          </p:cNvPr>
          <p:cNvSpPr txBox="1"/>
          <p:nvPr/>
        </p:nvSpPr>
        <p:spPr>
          <a:xfrm>
            <a:off x="9591367" y="550219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Help?</a:t>
            </a:r>
          </a:p>
        </p:txBody>
      </p:sp>
    </p:spTree>
    <p:extLst>
      <p:ext uri="{BB962C8B-B14F-4D97-AF65-F5344CB8AC3E}">
        <p14:creationId xmlns:p14="http://schemas.microsoft.com/office/powerpoint/2010/main" val="3894176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9E2C78-5B8B-E21F-5605-8EF859492E53}"/>
              </a:ext>
            </a:extLst>
          </p:cNvPr>
          <p:cNvSpPr txBox="1"/>
          <p:nvPr/>
        </p:nvSpPr>
        <p:spPr>
          <a:xfrm>
            <a:off x="1307690" y="255419"/>
            <a:ext cx="3892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Thresholds Settings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1ED66E-DD6F-C725-F573-DBFF1963F4B2}"/>
              </a:ext>
            </a:extLst>
          </p:cNvPr>
          <p:cNvSpPr/>
          <p:nvPr/>
        </p:nvSpPr>
        <p:spPr>
          <a:xfrm>
            <a:off x="2491896" y="1732465"/>
            <a:ext cx="7797703" cy="376973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5AC8D7-572E-FEFF-E6E8-157F8631661F}"/>
              </a:ext>
            </a:extLst>
          </p:cNvPr>
          <p:cNvSpPr/>
          <p:nvPr/>
        </p:nvSpPr>
        <p:spPr>
          <a:xfrm>
            <a:off x="2759564" y="2130200"/>
            <a:ext cx="6990735" cy="45335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threshold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70197-B153-26AB-9E93-DF0052E1F168}"/>
              </a:ext>
            </a:extLst>
          </p:cNvPr>
          <p:cNvSpPr txBox="1"/>
          <p:nvPr/>
        </p:nvSpPr>
        <p:spPr>
          <a:xfrm>
            <a:off x="2597331" y="1732465"/>
            <a:ext cx="1937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Threshold Value: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01714A-6A8E-C301-A3F6-7E8B3F2F4CF0}"/>
              </a:ext>
            </a:extLst>
          </p:cNvPr>
          <p:cNvSpPr/>
          <p:nvPr/>
        </p:nvSpPr>
        <p:spPr>
          <a:xfrm>
            <a:off x="8041265" y="4860702"/>
            <a:ext cx="2069689" cy="517279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Submit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55F5B-6C73-F453-5465-838B6572A7D1}"/>
              </a:ext>
            </a:extLst>
          </p:cNvPr>
          <p:cNvSpPr txBox="1"/>
          <p:nvPr/>
        </p:nvSpPr>
        <p:spPr>
          <a:xfrm>
            <a:off x="9611031" y="550219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Help?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369004-C7BC-EE2C-E577-F837BDDC0367}"/>
              </a:ext>
            </a:extLst>
          </p:cNvPr>
          <p:cNvSpPr/>
          <p:nvPr/>
        </p:nvSpPr>
        <p:spPr>
          <a:xfrm>
            <a:off x="2759564" y="2930208"/>
            <a:ext cx="6990735" cy="45335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Minimum tax</a:t>
            </a:r>
          </a:p>
        </p:txBody>
      </p:sp>
      <p:pic>
        <p:nvPicPr>
          <p:cNvPr id="14" name="Graphic 13" descr="Caret Down outline">
            <a:extLst>
              <a:ext uri="{FF2B5EF4-FFF2-40B4-BE49-F238E27FC236}">
                <a16:creationId xmlns:a16="http://schemas.microsoft.com/office/drawing/2014/main" id="{25C8E7FC-34E2-42FA-27A1-B6D087606B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6942" y="2984481"/>
            <a:ext cx="453357" cy="4533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CD9F5E-3770-4C09-425B-8F38F241435E}"/>
              </a:ext>
            </a:extLst>
          </p:cNvPr>
          <p:cNvSpPr txBox="1"/>
          <p:nvPr/>
        </p:nvSpPr>
        <p:spPr>
          <a:xfrm>
            <a:off x="2597331" y="2583557"/>
            <a:ext cx="206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Threshold:</a:t>
            </a:r>
          </a:p>
        </p:txBody>
      </p:sp>
      <p:sp>
        <p:nvSpPr>
          <p:cNvPr id="6" name="Freeform 37">
            <a:extLst>
              <a:ext uri="{FF2B5EF4-FFF2-40B4-BE49-F238E27FC236}">
                <a16:creationId xmlns:a16="http://schemas.microsoft.com/office/drawing/2014/main" id="{59CB5130-218B-6B86-2831-244D4EACD3FB}"/>
              </a:ext>
            </a:extLst>
          </p:cNvPr>
          <p:cNvSpPr/>
          <p:nvPr/>
        </p:nvSpPr>
        <p:spPr>
          <a:xfrm>
            <a:off x="5600790" y="4860702"/>
            <a:ext cx="2069656" cy="517279"/>
          </a:xfrm>
          <a:custGeom>
            <a:avLst/>
            <a:gdLst/>
            <a:ahLst/>
            <a:cxnLst/>
            <a:rect l="l" t="t" r="r" b="b"/>
            <a:pathLst>
              <a:path w="4139311" h="988693">
                <a:moveTo>
                  <a:pt x="0" y="164804"/>
                </a:moveTo>
                <a:cubicBezTo>
                  <a:pt x="0" y="73777"/>
                  <a:pt x="72771" y="0"/>
                  <a:pt x="162560" y="0"/>
                </a:cubicBezTo>
                <a:lnTo>
                  <a:pt x="3976751" y="0"/>
                </a:lnTo>
                <a:cubicBezTo>
                  <a:pt x="4066540" y="0"/>
                  <a:pt x="4139311" y="73777"/>
                  <a:pt x="4139311" y="164804"/>
                </a:cubicBezTo>
                <a:lnTo>
                  <a:pt x="4139311" y="823888"/>
                </a:lnTo>
                <a:cubicBezTo>
                  <a:pt x="4139311" y="914916"/>
                  <a:pt x="4066540" y="988693"/>
                  <a:pt x="3976751" y="988693"/>
                </a:cubicBezTo>
                <a:lnTo>
                  <a:pt x="162560" y="988693"/>
                </a:lnTo>
                <a:cubicBezTo>
                  <a:pt x="72771" y="988693"/>
                  <a:pt x="0" y="914916"/>
                  <a:pt x="0" y="823888"/>
                </a:cubicBezTo>
                <a:close/>
              </a:path>
            </a:pathLst>
          </a:custGeom>
          <a:solidFill>
            <a:srgbClr val="D9D9D9"/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/>
              <a:t>Back</a:t>
            </a:r>
          </a:p>
        </p:txBody>
      </p:sp>
      <p:grpSp>
        <p:nvGrpSpPr>
          <p:cNvPr id="10" name="Group 36">
            <a:extLst>
              <a:ext uri="{FF2B5EF4-FFF2-40B4-BE49-F238E27FC236}">
                <a16:creationId xmlns:a16="http://schemas.microsoft.com/office/drawing/2014/main" id="{F4BE56D6-1CF4-239A-E001-233F022D2E99}"/>
              </a:ext>
            </a:extLst>
          </p:cNvPr>
          <p:cNvGrpSpPr/>
          <p:nvPr/>
        </p:nvGrpSpPr>
        <p:grpSpPr>
          <a:xfrm>
            <a:off x="379626" y="201386"/>
            <a:ext cx="612350" cy="692842"/>
            <a:chOff x="0" y="0"/>
            <a:chExt cx="241916" cy="273715"/>
          </a:xfrm>
        </p:grpSpPr>
        <p:sp>
          <p:nvSpPr>
            <p:cNvPr id="11" name="Freeform 37">
              <a:extLst>
                <a:ext uri="{FF2B5EF4-FFF2-40B4-BE49-F238E27FC236}">
                  <a16:creationId xmlns:a16="http://schemas.microsoft.com/office/drawing/2014/main" id="{02AE9CA9-4CA6-BC56-3E3B-5E144817B21D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38">
              <a:extLst>
                <a:ext uri="{FF2B5EF4-FFF2-40B4-BE49-F238E27FC236}">
                  <a16:creationId xmlns:a16="http://schemas.microsoft.com/office/drawing/2014/main" id="{2B7A29DC-E193-1765-5154-EEE0D3C67117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8" name="Freeform 39">
            <a:extLst>
              <a:ext uri="{FF2B5EF4-FFF2-40B4-BE49-F238E27FC236}">
                <a16:creationId xmlns:a16="http://schemas.microsoft.com/office/drawing/2014/main" id="{7F0AB084-F0EA-4EA6-BBE7-526D6E75D6E6}"/>
              </a:ext>
            </a:extLst>
          </p:cNvPr>
          <p:cNvSpPr/>
          <p:nvPr/>
        </p:nvSpPr>
        <p:spPr>
          <a:xfrm>
            <a:off x="516050" y="201386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2" y="0"/>
                </a:lnTo>
                <a:lnTo>
                  <a:pt x="509252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142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AE13D3-D1BB-E42D-854E-A060CEE8244B}"/>
              </a:ext>
            </a:extLst>
          </p:cNvPr>
          <p:cNvSpPr/>
          <p:nvPr/>
        </p:nvSpPr>
        <p:spPr>
          <a:xfrm>
            <a:off x="2597331" y="1732465"/>
            <a:ext cx="7797703" cy="376973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2E11C2-1C40-B010-6C07-51F54F376EAF}"/>
              </a:ext>
            </a:extLst>
          </p:cNvPr>
          <p:cNvSpPr/>
          <p:nvPr/>
        </p:nvSpPr>
        <p:spPr>
          <a:xfrm>
            <a:off x="2708610" y="2111837"/>
            <a:ext cx="6990735" cy="45335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total value deposited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51047-32FA-73F4-C73A-F006150D5CF5}"/>
              </a:ext>
            </a:extLst>
          </p:cNvPr>
          <p:cNvSpPr txBox="1"/>
          <p:nvPr/>
        </p:nvSpPr>
        <p:spPr>
          <a:xfrm>
            <a:off x="2597331" y="1732465"/>
            <a:ext cx="2646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Total Values Deposited: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D62676-B97B-A245-3964-7C28C9236EB6}"/>
              </a:ext>
            </a:extLst>
          </p:cNvPr>
          <p:cNvSpPr/>
          <p:nvPr/>
        </p:nvSpPr>
        <p:spPr>
          <a:xfrm>
            <a:off x="8041265" y="4860702"/>
            <a:ext cx="2069689" cy="517279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Calculate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B4992-CF51-8B0E-D2DF-5749EE7BF51F}"/>
              </a:ext>
            </a:extLst>
          </p:cNvPr>
          <p:cNvSpPr txBox="1"/>
          <p:nvPr/>
        </p:nvSpPr>
        <p:spPr>
          <a:xfrm>
            <a:off x="1239008" y="255419"/>
            <a:ext cx="29392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Reconciliation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F055F-154E-66A7-4FBF-E706A4E19524}"/>
              </a:ext>
            </a:extLst>
          </p:cNvPr>
          <p:cNvSpPr txBox="1"/>
          <p:nvPr/>
        </p:nvSpPr>
        <p:spPr>
          <a:xfrm>
            <a:off x="2708610" y="3111918"/>
            <a:ext cx="5899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Difference between total taxes paid: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9079BC-864E-9BAC-9260-7B7AFF49222F}"/>
              </a:ext>
            </a:extLst>
          </p:cNvPr>
          <p:cNvSpPr txBox="1"/>
          <p:nvPr/>
        </p:nvSpPr>
        <p:spPr>
          <a:xfrm>
            <a:off x="9611031" y="550219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Help?</a:t>
            </a:r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4679A0C4-27C3-AC49-C256-0DE84CD1618D}"/>
              </a:ext>
            </a:extLst>
          </p:cNvPr>
          <p:cNvGrpSpPr/>
          <p:nvPr/>
        </p:nvGrpSpPr>
        <p:grpSpPr>
          <a:xfrm>
            <a:off x="379626" y="201386"/>
            <a:ext cx="612350" cy="692842"/>
            <a:chOff x="0" y="0"/>
            <a:chExt cx="241916" cy="273715"/>
          </a:xfrm>
        </p:grpSpPr>
        <p:sp>
          <p:nvSpPr>
            <p:cNvPr id="10" name="Freeform 37">
              <a:extLst>
                <a:ext uri="{FF2B5EF4-FFF2-40B4-BE49-F238E27FC236}">
                  <a16:creationId xmlns:a16="http://schemas.microsoft.com/office/drawing/2014/main" id="{28C86A69-1A1A-EBE2-D6A1-C12588C7848B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38">
              <a:extLst>
                <a:ext uri="{FF2B5EF4-FFF2-40B4-BE49-F238E27FC236}">
                  <a16:creationId xmlns:a16="http://schemas.microsoft.com/office/drawing/2014/main" id="{62033019-6C8A-2251-3B9F-B2E75B02D6BC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2" name="Freeform 39">
            <a:extLst>
              <a:ext uri="{FF2B5EF4-FFF2-40B4-BE49-F238E27FC236}">
                <a16:creationId xmlns:a16="http://schemas.microsoft.com/office/drawing/2014/main" id="{2506B696-51D8-9ADB-C412-0E577930573D}"/>
              </a:ext>
            </a:extLst>
          </p:cNvPr>
          <p:cNvSpPr/>
          <p:nvPr/>
        </p:nvSpPr>
        <p:spPr>
          <a:xfrm>
            <a:off x="516050" y="201386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2" y="0"/>
                </a:lnTo>
                <a:lnTo>
                  <a:pt x="509252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37">
            <a:extLst>
              <a:ext uri="{FF2B5EF4-FFF2-40B4-BE49-F238E27FC236}">
                <a16:creationId xmlns:a16="http://schemas.microsoft.com/office/drawing/2014/main" id="{6CDA2983-F8F5-1AFF-596A-74F66AF4F82C}"/>
              </a:ext>
            </a:extLst>
          </p:cNvPr>
          <p:cNvSpPr/>
          <p:nvPr/>
        </p:nvSpPr>
        <p:spPr>
          <a:xfrm>
            <a:off x="5600790" y="4860702"/>
            <a:ext cx="2069656" cy="517279"/>
          </a:xfrm>
          <a:custGeom>
            <a:avLst/>
            <a:gdLst/>
            <a:ahLst/>
            <a:cxnLst/>
            <a:rect l="l" t="t" r="r" b="b"/>
            <a:pathLst>
              <a:path w="4139311" h="988693">
                <a:moveTo>
                  <a:pt x="0" y="164804"/>
                </a:moveTo>
                <a:cubicBezTo>
                  <a:pt x="0" y="73777"/>
                  <a:pt x="72771" y="0"/>
                  <a:pt x="162560" y="0"/>
                </a:cubicBezTo>
                <a:lnTo>
                  <a:pt x="3976751" y="0"/>
                </a:lnTo>
                <a:cubicBezTo>
                  <a:pt x="4066540" y="0"/>
                  <a:pt x="4139311" y="73777"/>
                  <a:pt x="4139311" y="164804"/>
                </a:cubicBezTo>
                <a:lnTo>
                  <a:pt x="4139311" y="823888"/>
                </a:lnTo>
                <a:cubicBezTo>
                  <a:pt x="4139311" y="914916"/>
                  <a:pt x="4066540" y="988693"/>
                  <a:pt x="3976751" y="988693"/>
                </a:cubicBezTo>
                <a:lnTo>
                  <a:pt x="162560" y="988693"/>
                </a:lnTo>
                <a:cubicBezTo>
                  <a:pt x="72771" y="988693"/>
                  <a:pt x="0" y="914916"/>
                  <a:pt x="0" y="823888"/>
                </a:cubicBezTo>
                <a:close/>
              </a:path>
            </a:pathLst>
          </a:custGeom>
          <a:solidFill>
            <a:srgbClr val="D9D9D9"/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291066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6015D-76B7-C54A-4126-20B94685F47B}"/>
              </a:ext>
            </a:extLst>
          </p:cNvPr>
          <p:cNvSpPr/>
          <p:nvPr/>
        </p:nvSpPr>
        <p:spPr>
          <a:xfrm>
            <a:off x="1873046" y="280219"/>
            <a:ext cx="8967020" cy="64745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06CC9-ADEA-586B-CE74-7F972A79B2E9}"/>
              </a:ext>
            </a:extLst>
          </p:cNvPr>
          <p:cNvSpPr txBox="1"/>
          <p:nvPr/>
        </p:nvSpPr>
        <p:spPr>
          <a:xfrm>
            <a:off x="2079523" y="464263"/>
            <a:ext cx="3569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Registration 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4862F-226C-264B-5B7D-D576558FECFD}"/>
              </a:ext>
            </a:extLst>
          </p:cNvPr>
          <p:cNvSpPr txBox="1"/>
          <p:nvPr/>
        </p:nvSpPr>
        <p:spPr>
          <a:xfrm>
            <a:off x="2079523" y="1268361"/>
            <a:ext cx="306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Name: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75A9A-90DE-4773-A384-35D34A561642}"/>
              </a:ext>
            </a:extLst>
          </p:cNvPr>
          <p:cNvSpPr txBox="1"/>
          <p:nvPr/>
        </p:nvSpPr>
        <p:spPr>
          <a:xfrm>
            <a:off x="6673643" y="1314470"/>
            <a:ext cx="244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Last Name: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77023-D1E3-2D24-DD4A-64616681D852}"/>
              </a:ext>
            </a:extLst>
          </p:cNvPr>
          <p:cNvSpPr txBox="1"/>
          <p:nvPr/>
        </p:nvSpPr>
        <p:spPr>
          <a:xfrm>
            <a:off x="2079523" y="2249128"/>
            <a:ext cx="2551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77EB2-74EF-99AB-12E3-E6B015A8502D}"/>
              </a:ext>
            </a:extLst>
          </p:cNvPr>
          <p:cNvSpPr txBox="1"/>
          <p:nvPr/>
        </p:nvSpPr>
        <p:spPr>
          <a:xfrm>
            <a:off x="6673643" y="2249128"/>
            <a:ext cx="2861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City: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52AF95-291F-3E88-8145-87BF61EE0004}"/>
              </a:ext>
            </a:extLst>
          </p:cNvPr>
          <p:cNvSpPr/>
          <p:nvPr/>
        </p:nvSpPr>
        <p:spPr>
          <a:xfrm>
            <a:off x="2089356" y="1653373"/>
            <a:ext cx="4016477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First Name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8519B9-4BE3-9978-E7E3-21FA28DD304C}"/>
              </a:ext>
            </a:extLst>
          </p:cNvPr>
          <p:cNvSpPr/>
          <p:nvPr/>
        </p:nvSpPr>
        <p:spPr>
          <a:xfrm>
            <a:off x="6673644" y="1689311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Last Name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75E099-466E-6FA3-380F-C4999DC8239E}"/>
              </a:ext>
            </a:extLst>
          </p:cNvPr>
          <p:cNvSpPr/>
          <p:nvPr/>
        </p:nvSpPr>
        <p:spPr>
          <a:xfrm>
            <a:off x="2089356" y="2700042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Country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72C0F9-1A64-14AA-A3C5-D52CAE579D45}"/>
              </a:ext>
            </a:extLst>
          </p:cNvPr>
          <p:cNvSpPr/>
          <p:nvPr/>
        </p:nvSpPr>
        <p:spPr>
          <a:xfrm>
            <a:off x="6673643" y="2699575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36092-B4F0-39A7-C3F8-7B584336278A}"/>
              </a:ext>
            </a:extLst>
          </p:cNvPr>
          <p:cNvSpPr txBox="1"/>
          <p:nvPr/>
        </p:nvSpPr>
        <p:spPr>
          <a:xfrm>
            <a:off x="2089356" y="3274142"/>
            <a:ext cx="327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Username: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A6E6AD-17B6-9846-550A-C1653EA5C98D}"/>
              </a:ext>
            </a:extLst>
          </p:cNvPr>
          <p:cNvSpPr txBox="1"/>
          <p:nvPr/>
        </p:nvSpPr>
        <p:spPr>
          <a:xfrm>
            <a:off x="6673643" y="3274142"/>
            <a:ext cx="3645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Password: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EDD6E-8B9E-DE6B-F9E2-C211B49072BB}"/>
              </a:ext>
            </a:extLst>
          </p:cNvPr>
          <p:cNvSpPr txBox="1"/>
          <p:nvPr/>
        </p:nvSpPr>
        <p:spPr>
          <a:xfrm>
            <a:off x="2064775" y="4316941"/>
            <a:ext cx="2757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Registration Number: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3D67C8-7018-E24F-90B0-32BB9D5957EA}"/>
              </a:ext>
            </a:extLst>
          </p:cNvPr>
          <p:cNvSpPr txBox="1"/>
          <p:nvPr/>
        </p:nvSpPr>
        <p:spPr>
          <a:xfrm>
            <a:off x="6673643" y="4306530"/>
            <a:ext cx="337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Tax Identification Number: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88265F-74A8-68F3-9284-B35E96EA6572}"/>
              </a:ext>
            </a:extLst>
          </p:cNvPr>
          <p:cNvSpPr/>
          <p:nvPr/>
        </p:nvSpPr>
        <p:spPr>
          <a:xfrm>
            <a:off x="2089356" y="3681361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Choose Username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3EA9B0-891D-E72A-0E42-B56DCAC0BFDE}"/>
              </a:ext>
            </a:extLst>
          </p:cNvPr>
          <p:cNvSpPr/>
          <p:nvPr/>
        </p:nvSpPr>
        <p:spPr>
          <a:xfrm>
            <a:off x="6673642" y="3681361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Choose Password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29B2D5-550D-81F0-77D0-6CF1EA1A3BFB}"/>
              </a:ext>
            </a:extLst>
          </p:cNvPr>
          <p:cNvSpPr/>
          <p:nvPr/>
        </p:nvSpPr>
        <p:spPr>
          <a:xfrm>
            <a:off x="2079523" y="4680384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Registration Number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477957-BF7E-2236-CF7E-1CC5A2C093E1}"/>
              </a:ext>
            </a:extLst>
          </p:cNvPr>
          <p:cNvSpPr/>
          <p:nvPr/>
        </p:nvSpPr>
        <p:spPr>
          <a:xfrm>
            <a:off x="6688391" y="4686273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Number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FB9656-59EA-4BA7-8C1D-66B5E2713E63}"/>
              </a:ext>
            </a:extLst>
          </p:cNvPr>
          <p:cNvSpPr txBox="1"/>
          <p:nvPr/>
        </p:nvSpPr>
        <p:spPr>
          <a:xfrm>
            <a:off x="2079523" y="5283626"/>
            <a:ext cx="343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Email Address: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127A16-A50E-C0BC-A77F-4B332521DAF3}"/>
              </a:ext>
            </a:extLst>
          </p:cNvPr>
          <p:cNvSpPr txBox="1"/>
          <p:nvPr/>
        </p:nvSpPr>
        <p:spPr>
          <a:xfrm>
            <a:off x="6673642" y="5275119"/>
            <a:ext cx="343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Contact Number: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C2FA5F2-84D8-E7D8-8149-AAF92B9B6351}"/>
              </a:ext>
            </a:extLst>
          </p:cNvPr>
          <p:cNvSpPr/>
          <p:nvPr/>
        </p:nvSpPr>
        <p:spPr>
          <a:xfrm>
            <a:off x="2079523" y="5632924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Email Address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781BB9-ABAD-3766-6321-6437CB641160}"/>
              </a:ext>
            </a:extLst>
          </p:cNvPr>
          <p:cNvSpPr/>
          <p:nvPr/>
        </p:nvSpPr>
        <p:spPr>
          <a:xfrm>
            <a:off x="6688390" y="5632026"/>
            <a:ext cx="4016477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Enter Contact Number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61034C4-54EF-5D9E-6961-EB85ADD4EE7E}"/>
              </a:ext>
            </a:extLst>
          </p:cNvPr>
          <p:cNvSpPr/>
          <p:nvPr/>
        </p:nvSpPr>
        <p:spPr>
          <a:xfrm>
            <a:off x="5648632" y="6234143"/>
            <a:ext cx="1548581" cy="47194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REGISTER</a:t>
            </a:r>
            <a:endParaRPr lang="en-US" dirty="0"/>
          </a:p>
        </p:txBody>
      </p:sp>
      <p:grpSp>
        <p:nvGrpSpPr>
          <p:cNvPr id="25" name="Group 36">
            <a:extLst>
              <a:ext uri="{FF2B5EF4-FFF2-40B4-BE49-F238E27FC236}">
                <a16:creationId xmlns:a16="http://schemas.microsoft.com/office/drawing/2014/main" id="{412AE17B-C265-FDA9-DE2F-C754C13260E9}"/>
              </a:ext>
            </a:extLst>
          </p:cNvPr>
          <p:cNvGrpSpPr/>
          <p:nvPr/>
        </p:nvGrpSpPr>
        <p:grpSpPr>
          <a:xfrm>
            <a:off x="379626" y="201386"/>
            <a:ext cx="612350" cy="692842"/>
            <a:chOff x="0" y="0"/>
            <a:chExt cx="241916" cy="273715"/>
          </a:xfrm>
        </p:grpSpPr>
        <p:sp>
          <p:nvSpPr>
            <p:cNvPr id="26" name="Freeform 37">
              <a:extLst>
                <a:ext uri="{FF2B5EF4-FFF2-40B4-BE49-F238E27FC236}">
                  <a16:creationId xmlns:a16="http://schemas.microsoft.com/office/drawing/2014/main" id="{4CE39FE6-4079-083D-810F-5E9784C7D21A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38">
              <a:extLst>
                <a:ext uri="{FF2B5EF4-FFF2-40B4-BE49-F238E27FC236}">
                  <a16:creationId xmlns:a16="http://schemas.microsoft.com/office/drawing/2014/main" id="{17BF5C5F-978C-0046-C39E-1A25AC6EED1F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28" name="Freeform 39">
            <a:extLst>
              <a:ext uri="{FF2B5EF4-FFF2-40B4-BE49-F238E27FC236}">
                <a16:creationId xmlns:a16="http://schemas.microsoft.com/office/drawing/2014/main" id="{9E491599-E5F2-EA0E-BCC0-02C28CEF71F0}"/>
              </a:ext>
            </a:extLst>
          </p:cNvPr>
          <p:cNvSpPr/>
          <p:nvPr/>
        </p:nvSpPr>
        <p:spPr>
          <a:xfrm>
            <a:off x="516050" y="201386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2" y="0"/>
                </a:lnTo>
                <a:lnTo>
                  <a:pt x="509252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87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611EA-C358-42BC-9725-0F4FAEE474B5}"/>
              </a:ext>
            </a:extLst>
          </p:cNvPr>
          <p:cNvSpPr txBox="1"/>
          <p:nvPr/>
        </p:nvSpPr>
        <p:spPr>
          <a:xfrm>
            <a:off x="4501833" y="146075"/>
            <a:ext cx="3229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Help Center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40443-98F4-4494-1E78-5BF2F0CAF98F}"/>
              </a:ext>
            </a:extLst>
          </p:cNvPr>
          <p:cNvSpPr txBox="1"/>
          <p:nvPr/>
        </p:nvSpPr>
        <p:spPr>
          <a:xfrm>
            <a:off x="80097" y="1007685"/>
            <a:ext cx="271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Ad Hoc 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AF162-E84E-38C0-1187-0B4BA6992E68}"/>
              </a:ext>
            </a:extLst>
          </p:cNvPr>
          <p:cNvSpPr txBox="1"/>
          <p:nvPr/>
        </p:nvSpPr>
        <p:spPr>
          <a:xfrm>
            <a:off x="67273" y="2719385"/>
            <a:ext cx="2730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Guided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2A8CF-B9E4-2EC5-3DC8-9637DB72BAC3}"/>
              </a:ext>
            </a:extLst>
          </p:cNvPr>
          <p:cNvSpPr txBox="1"/>
          <p:nvPr/>
        </p:nvSpPr>
        <p:spPr>
          <a:xfrm>
            <a:off x="80097" y="1408123"/>
            <a:ext cx="120733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/>
                <a:latin typeface="Segoe UI" panose="020B0502040204020203" pitchFamily="34" charset="0"/>
              </a:rPr>
              <a:t>To execute ad hoc queries use this format: list &lt;attribute&gt;</a:t>
            </a:r>
          </a:p>
          <a:p>
            <a:r>
              <a:rPr lang="en-US" dirty="0"/>
              <a:t>The list query creates lists of information. The format is as follows.</a:t>
            </a:r>
            <a:endParaRPr lang="en-US" dirty="0">
              <a:latin typeface="Segoe UI" panose="020B0502040204020203" pitchFamily="34" charset="0"/>
            </a:endParaRPr>
          </a:p>
          <a:p>
            <a:r>
              <a:rPr lang="en-US" dirty="0">
                <a:effectLst/>
                <a:latin typeface="Segoe UI" panose="020B0502040204020203" pitchFamily="34" charset="0"/>
              </a:rPr>
              <a:t>One can list attributes such as &lt;Company </a:t>
            </a:r>
            <a:r>
              <a:rPr lang="en-US" dirty="0">
                <a:latin typeface="Segoe UI" panose="020B0502040204020203" pitchFamily="34" charset="0"/>
              </a:rPr>
              <a:t>N</a:t>
            </a:r>
            <a:r>
              <a:rPr lang="en-US" dirty="0">
                <a:effectLst/>
                <a:latin typeface="Segoe UI" panose="020B0502040204020203" pitchFamily="34" charset="0"/>
              </a:rPr>
              <a:t>ame&gt;&lt;Company Id&gt;&lt;Street Name&gt;,&lt;City&gt;,&lt;Country&gt;&lt;Total taxes </a:t>
            </a:r>
            <a:r>
              <a:rPr lang="en-US" dirty="0">
                <a:latin typeface="Segoe UI" panose="020B0502040204020203" pitchFamily="34" charset="0"/>
              </a:rPr>
              <a:t>p</a:t>
            </a:r>
            <a:r>
              <a:rPr lang="en-US" dirty="0">
                <a:effectLst/>
                <a:latin typeface="Segoe UI" panose="020B0502040204020203" pitchFamily="34" charset="0"/>
              </a:rPr>
              <a:t>aid&gt;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706B8-7259-1931-84E5-22BB159F825D}"/>
              </a:ext>
            </a:extLst>
          </p:cNvPr>
          <p:cNvSpPr txBox="1"/>
          <p:nvPr/>
        </p:nvSpPr>
        <p:spPr>
          <a:xfrm>
            <a:off x="80097" y="3181715"/>
            <a:ext cx="11503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Segoe UI" panose="020B0502040204020203" pitchFamily="34" charset="0"/>
              </a:rPr>
              <a:t>For guided queries the system will ask for the required information (such as &lt;Company </a:t>
            </a:r>
            <a:r>
              <a:rPr lang="en-US" dirty="0">
                <a:latin typeface="Segoe UI" panose="020B0502040204020203" pitchFamily="34" charset="0"/>
              </a:rPr>
              <a:t>N</a:t>
            </a:r>
            <a:r>
              <a:rPr lang="en-US" dirty="0">
                <a:effectLst/>
                <a:latin typeface="Segoe UI" panose="020B0502040204020203" pitchFamily="34" charset="0"/>
              </a:rPr>
              <a:t>ame&gt;&lt;Company Id&gt;&lt;Street Name&gt;,&lt;City&gt;,&lt;Country&gt;&lt;Total taxes </a:t>
            </a:r>
            <a:r>
              <a:rPr lang="en-US" dirty="0">
                <a:latin typeface="Segoe UI" panose="020B0502040204020203" pitchFamily="34" charset="0"/>
              </a:rPr>
              <a:t>p</a:t>
            </a:r>
            <a:r>
              <a:rPr lang="en-US" dirty="0">
                <a:effectLst/>
                <a:latin typeface="Segoe UI" panose="020B0502040204020203" pitchFamily="34" charset="0"/>
              </a:rPr>
              <a:t>aid&gt; ) and guide you.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B4ECE-57F8-B3D5-C14A-706911633135}"/>
              </a:ext>
            </a:extLst>
          </p:cNvPr>
          <p:cNvSpPr txBox="1"/>
          <p:nvPr/>
        </p:nvSpPr>
        <p:spPr>
          <a:xfrm>
            <a:off x="80097" y="4049912"/>
            <a:ext cx="2004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Thresholds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2F3D85-8CA0-8AD0-9F4C-4B9887B7DA80}"/>
              </a:ext>
            </a:extLst>
          </p:cNvPr>
          <p:cNvSpPr txBox="1"/>
          <p:nvPr/>
        </p:nvSpPr>
        <p:spPr>
          <a:xfrm>
            <a:off x="80097" y="4573132"/>
            <a:ext cx="112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/>
                <a:latin typeface="Segoe UI" panose="020B0502040204020203" pitchFamily="34" charset="0"/>
              </a:rPr>
              <a:t>If any of that threshold values for the month have not been entered the system will prompt you to enter them</a:t>
            </a:r>
            <a:endParaRPr lang="en-US" dirty="0"/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EE59A4EB-D14A-CF45-D60C-256EBF3CC9FC}"/>
              </a:ext>
            </a:extLst>
          </p:cNvPr>
          <p:cNvGrpSpPr/>
          <p:nvPr/>
        </p:nvGrpSpPr>
        <p:grpSpPr>
          <a:xfrm>
            <a:off x="379626" y="201386"/>
            <a:ext cx="612350" cy="692842"/>
            <a:chOff x="0" y="0"/>
            <a:chExt cx="241916" cy="273715"/>
          </a:xfrm>
        </p:grpSpPr>
        <p:sp>
          <p:nvSpPr>
            <p:cNvPr id="10" name="Freeform 37">
              <a:extLst>
                <a:ext uri="{FF2B5EF4-FFF2-40B4-BE49-F238E27FC236}">
                  <a16:creationId xmlns:a16="http://schemas.microsoft.com/office/drawing/2014/main" id="{A3B82E86-8451-CAA2-9A0F-5552A31515D9}"/>
                </a:ext>
              </a:extLst>
            </p:cNvPr>
            <p:cNvSpPr/>
            <p:nvPr/>
          </p:nvSpPr>
          <p:spPr>
            <a:xfrm>
              <a:off x="0" y="0"/>
              <a:ext cx="241916" cy="273715"/>
            </a:xfrm>
            <a:custGeom>
              <a:avLst/>
              <a:gdLst/>
              <a:ahLst/>
              <a:cxnLst/>
              <a:rect l="l" t="t" r="r" b="b"/>
              <a:pathLst>
                <a:path w="241916" h="273715">
                  <a:moveTo>
                    <a:pt x="0" y="0"/>
                  </a:moveTo>
                  <a:lnTo>
                    <a:pt x="241916" y="0"/>
                  </a:lnTo>
                  <a:lnTo>
                    <a:pt x="241916" y="273715"/>
                  </a:lnTo>
                  <a:lnTo>
                    <a:pt x="0" y="273715"/>
                  </a:lnTo>
                  <a:close/>
                </a:path>
              </a:pathLst>
            </a:custGeom>
            <a:solidFill>
              <a:srgbClr val="FF5757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38">
              <a:extLst>
                <a:ext uri="{FF2B5EF4-FFF2-40B4-BE49-F238E27FC236}">
                  <a16:creationId xmlns:a16="http://schemas.microsoft.com/office/drawing/2014/main" id="{15C30EE4-DE21-D6DE-3C38-4976872B7D3B}"/>
                </a:ext>
              </a:extLst>
            </p:cNvPr>
            <p:cNvSpPr txBox="1"/>
            <p:nvPr/>
          </p:nvSpPr>
          <p:spPr>
            <a:xfrm>
              <a:off x="0" y="-38100"/>
              <a:ext cx="241916" cy="311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2" name="Freeform 39">
            <a:extLst>
              <a:ext uri="{FF2B5EF4-FFF2-40B4-BE49-F238E27FC236}">
                <a16:creationId xmlns:a16="http://schemas.microsoft.com/office/drawing/2014/main" id="{E4CD799B-BFBC-BE3E-BE43-2BFC7EDCBBE9}"/>
              </a:ext>
            </a:extLst>
          </p:cNvPr>
          <p:cNvSpPr/>
          <p:nvPr/>
        </p:nvSpPr>
        <p:spPr>
          <a:xfrm>
            <a:off x="516050" y="201386"/>
            <a:ext cx="339502" cy="692842"/>
          </a:xfrm>
          <a:custGeom>
            <a:avLst/>
            <a:gdLst/>
            <a:ahLst/>
            <a:cxnLst/>
            <a:rect l="l" t="t" r="r" b="b"/>
            <a:pathLst>
              <a:path w="509253" h="1039263">
                <a:moveTo>
                  <a:pt x="0" y="0"/>
                </a:moveTo>
                <a:lnTo>
                  <a:pt x="509252" y="0"/>
                </a:lnTo>
                <a:lnTo>
                  <a:pt x="509252" y="1039264"/>
                </a:lnTo>
                <a:lnTo>
                  <a:pt x="0" y="103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37">
            <a:extLst>
              <a:ext uri="{FF2B5EF4-FFF2-40B4-BE49-F238E27FC236}">
                <a16:creationId xmlns:a16="http://schemas.microsoft.com/office/drawing/2014/main" id="{AA4C645C-9ABB-1CC9-B7B6-F8B9E3A25BD2}"/>
              </a:ext>
            </a:extLst>
          </p:cNvPr>
          <p:cNvSpPr/>
          <p:nvPr/>
        </p:nvSpPr>
        <p:spPr>
          <a:xfrm>
            <a:off x="4688096" y="5449877"/>
            <a:ext cx="2069656" cy="517279"/>
          </a:xfrm>
          <a:custGeom>
            <a:avLst/>
            <a:gdLst/>
            <a:ahLst/>
            <a:cxnLst/>
            <a:rect l="l" t="t" r="r" b="b"/>
            <a:pathLst>
              <a:path w="4139311" h="988693">
                <a:moveTo>
                  <a:pt x="0" y="164804"/>
                </a:moveTo>
                <a:cubicBezTo>
                  <a:pt x="0" y="73777"/>
                  <a:pt x="72771" y="0"/>
                  <a:pt x="162560" y="0"/>
                </a:cubicBezTo>
                <a:lnTo>
                  <a:pt x="3976751" y="0"/>
                </a:lnTo>
                <a:cubicBezTo>
                  <a:pt x="4066540" y="0"/>
                  <a:pt x="4139311" y="73777"/>
                  <a:pt x="4139311" y="164804"/>
                </a:cubicBezTo>
                <a:lnTo>
                  <a:pt x="4139311" y="823888"/>
                </a:lnTo>
                <a:cubicBezTo>
                  <a:pt x="4139311" y="914916"/>
                  <a:pt x="4066540" y="988693"/>
                  <a:pt x="3976751" y="988693"/>
                </a:cubicBezTo>
                <a:lnTo>
                  <a:pt x="162560" y="988693"/>
                </a:lnTo>
                <a:cubicBezTo>
                  <a:pt x="72771" y="988693"/>
                  <a:pt x="0" y="914916"/>
                  <a:pt x="0" y="823888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01395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398</Words>
  <Application>Microsoft Office PowerPoint</Application>
  <PresentationFormat>Widescreen</PresentationFormat>
  <Paragraphs>127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Aharoni</vt:lpstr>
      <vt:lpstr>Aptos</vt:lpstr>
      <vt:lpstr>Aptos Display</vt:lpstr>
      <vt:lpstr>Arial</vt:lpstr>
      <vt:lpstr>Arimo</vt:lpstr>
      <vt:lpstr>Arimo Bold</vt:lpstr>
      <vt:lpstr>Segoe UI</vt:lpstr>
      <vt:lpstr>Office Theme</vt:lpstr>
      <vt:lpstr>Walamoo Tax Information System User Interface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Walamoo Tax Information System User Interface</dc:title>
  <dc:creator>day lei</dc:creator>
  <cp:lastModifiedBy>Temar Lewis</cp:lastModifiedBy>
  <cp:revision>5</cp:revision>
  <dcterms:created xsi:type="dcterms:W3CDTF">2024-03-20T00:05:59Z</dcterms:created>
  <dcterms:modified xsi:type="dcterms:W3CDTF">2026-05-06T14:11:59Z</dcterms:modified>
</cp:coreProperties>
</file>